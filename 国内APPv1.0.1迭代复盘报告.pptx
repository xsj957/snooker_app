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0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斯诺克大师国内App v1.0.1 迭代复盘报告</a:t>
            </a:r>
            <a:endParaRPr sz="3400" b="0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斯诺克大师国内App v1.0.1 迭代复盘报告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7294" cy="2647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541"/>
                <a:gridCol w="8748753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迭代名称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                                                                             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斯诺克大师国内App v1.0.1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迭代 ID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1169097340001000334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计划周期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2026-08-26 ~ 2026-09-30（36 天）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当前状态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open（已超期 10 天未关闭）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迭代负责人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魏亚婧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测试负责人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谢仕杰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缺陷总数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129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实际上线日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2026-10-12（详见第二章时间线）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报告日期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2026-10-14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一、缺陷数据概览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1.1 状态分布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4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4466"/>
                <a:gridCol w="1841191"/>
                <a:gridCol w="2531637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占比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已关闭 closed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91.5%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挂起 suspended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7.8%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新建 new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348484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缺陷关闭率 91.5%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，遗留 11 个（挂起 10 + 新建 1）。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一、缺陷数据概览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1.2 严重程度分布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4" cy="1588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3066"/>
                <a:gridCol w="2022833"/>
                <a:gridCol w="2781395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严重度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占比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致命 fatal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严重 serious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32.6%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 normal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58.9%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提示 prompt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3.9%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未填写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3.9%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78074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严重及以上合计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43 个，占 33.3%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；唯一致命缺陷 #1008748（购买视频券套餐无法获得视频券）已关闭。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一、缺陷数据概览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1.3 功能模块分布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3" cy="2383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5698"/>
                <a:gridCol w="1717354"/>
                <a:gridCol w="1574241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缺陷数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占比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视频制作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31.8%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支付 / 视频券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23.3%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排行榜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17.8%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交手记录 / 卡片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7.0%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数据统计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6.2%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消息推送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3.9%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 / 登录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2.3%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其他（UI、分享、banner 等）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7.8%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72459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视频制作 + 支付/视频券 = 71 个，占 55.0%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，是本迭代质量问题的绝对集中区。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015232"/>
            <a:ext cx="11277295" cy="325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▍ </a:t>
            </a:r>
            <a:r>
              <a:rPr sz="120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注：模块数据由缺陷标题解析得出，TAPD 的 module 字段 129 条全部为空。</a:t>
            </a:r>
            <a:endParaRPr sz="120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一、缺陷数据概览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1.4 提单时间趋势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4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526"/>
                <a:gridCol w="7852099"/>
                <a:gridCol w="2132669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周次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日期区间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提单数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W1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08-26 ~ 09-01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09-02 ~ 09-08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W3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09-09 ~ 09-15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W4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09-16 ~ 09-22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</a:t>
                      </a:r>
                      <a:endParaRPr sz="105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09-23 ~ 09-29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W6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09-30（迭代末日）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W7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10-08 ~ 10-13（超期后）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sz="105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07664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提单峰值日：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09-17（20 个）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、10-09（14 个）、09-22（12 个）。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二、迭代时间线与延期分析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632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▍ </a:t>
            </a:r>
            <a:r>
              <a:rPr sz="120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数据来源：「国内App_v1.0.0第二期迭代」群聊天记录（2026-10-14 整理），并与 TAPD 缺陷数据交叉印证；TAPD 缺陷数据仅覆盖 08-26 之后，08 月的开发启动节点以群聊为准。</a:t>
            </a:r>
            <a:endParaRPr sz="120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二、迭代时间线与延期分析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2.1 时间线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4" cy="5286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29"/>
                <a:gridCol w="752329"/>
                <a:gridCol w="1489866"/>
                <a:gridCol w="8282770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日期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节点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438149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需求与规划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二期需求文档发布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魏亚婧在迭代群发布需求链接，尹湘尧在研发部同步产品需求文档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49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需求与规划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09-03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技术方案评审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张亮输出技术方案；魏亚婧提出 3 个线上问题合并进二期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438149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需求与规划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09-04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工时录入与任务分配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尹湘尧组织开发项梳理与工时录入；测试组分配谢仕杰负责二期用例优化评审及测试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测试分支合并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二期分支与三人追分测试分支合并至 feature/uat_test_app_p3_20260908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⚠️ 首次识别延期风险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尹湘尧列出三大风险：需求变更增加工作量、一期 Bug 修复挤占二期开发、外部服务 Key 未提供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测试介入推迟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测试介入时间暂定推迟到 09-17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09-10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回归测试计划制定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第一期回归投入 6 人/天（谢仕杰 3、邹德乾 2、梓聪 1）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09-14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测试用例评审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谢仕杰主持用例评审并上传用例；尹湘尧提出首页展示性能问题待评估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测试分工更新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个人数据可视化测试转交邹德乾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09-17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❌ 冒烟测试未通过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原因：支付模块与视频制作功能冲突、现金解锁视频制作中断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测试数据不足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需研发协助拉取公司员工数据补充测试数据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09-19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📋 排期调整公告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魏亚婧同步新排期：9.21-22 产品提前介入测试、9.28-30 新增体验需求开发测试、10.8-9 产品整体验收、</a:t>
                      </a:r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10.12 发布</a:t>
                      </a:r>
                      <a:endParaRPr sz="105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09-22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一期遗留问题并入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一期未修复问题移至二期处理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09-28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⚠️ 视频制作阻塞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谢仕杰上报视频制作流程卡住（网络原因 / bin_url 缺失），阻塞播放器、支付、退款等测试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上线发布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10-08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UAT 验收部署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国内 APP 二期 UAT 环境验收启动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上线发布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10-10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上线计划公告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尹湘尧公告 10-12 9:30 上线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上线发布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10-12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正式上线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上线当天发现 transactionId 字段类型不匹配（String vs int）、小米推送模板缺失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二、迭代时间线与延期分析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2.2 关键时间节点对照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3" cy="2291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274"/>
                <a:gridCol w="2296186"/>
                <a:gridCol w="2864966"/>
                <a:gridCol w="4430867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节点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计划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实际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需求发布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49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开发分支合并（提测准备）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测试介入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原定09-08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09-17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09-08 通知推迟至 17 号,开发周期延期7天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冒烟测试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介入后尽快通过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09-17 未通过，群聊无通过记录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未达标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产品整体验收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10-08~10-09（09-19 调整后排期）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10-08 UAT 验收启动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按调整后排期执行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测试结束（TAPD 口径）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原定09-24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09-30,因产品新增/变更需求测试时间顺延3天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晚约 3 天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上线发布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上线发布时间在前期未提前定好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10-12</a:t>
                      </a:r>
                      <a:endParaRPr sz="105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偏差不好确认,因为开发周期延期及测试周期顺延导致上线时间无法确定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二、迭代时间线与延期分析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2.3 延期结论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结论：相对原始排期延期 10 天上线；相对 09-19 调整后的排期按期上线。过程严重滞后，属"追赶后勉强踩线"型。</a:t>
            </a:r>
            <a:endParaRPr sz="130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77213"/>
            <a:ext cx="11277295" cy="2824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原始口径延期 10 天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：开发周期延期7天/测试因产品新增/变更需求延期3天，实际 10-12 上线；但 10-12 与 09-19 魏亚婧调整后排期一致，即调整后的计划被严格执行。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延期信号出现在开发中期而非末期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：09-08 分支合并当天即识别三大延期风险，同日测试介入被推迟；09-17 冒烟未通过后团队进入追赶模式。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测试窗口被压缩是延期的直接代价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：09-17 才介入、09-17 冒烟即失败、09-28 仍被视频制作阻塞——与第一章 1.4 的提单分布互证（W4 单周 57 个、占 44.2%，峰值 09-17 当天 20 个），说明有效测试执行集中在 09-16 之后。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质量代价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：上线当天仍暴露 transactionId 类型不匹配、小米推送模板缺失等本应提前发现的问题；部分缺陷遗留至后续迭代（即第六章 11 个未关闭缺陷）。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口径提醒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：TAPD 上 v1.0.1 迭代周期登记为 08-26~09-30，与群聊记录的开发/上线实际节奏（09-02 需求→10-12 上线）不一致，且迭代至今未关闭——TAPD 迭代周期不能直接当作本迭代的真实开发周期使用。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三、关键发现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发现 1：测试窗口被压缩，缺陷发现集中在后期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W1~W3 三周（08-26 ~ 09-15）合计仅提单 26 个，占总量 20%；W4 一周就提了 57 个，占 44.2%。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77213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说明迭代前半段测试可用环境/可测功能不足，实际的有效测试执行期集中在 09-16 之后，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约 36 天的迭代周期里真正投入测试的时间不到一半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三、关键发现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发现 2：迭代边界失控，超期后仍在提单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28 个缺陷（21.7%）创建于计划结束日 09-30 之后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，其中 10-09 单日就提了 14 个。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77213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这 28 个里有 10 个严重及以上、8 个至今未关闭。直接后果是：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919986"/>
            <a:ext cx="11277295" cy="641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- 迭代无法收口，超期 14 天状态仍为 open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- 迭代缺陷统计口径失真，任何基于该迭代的质量度量都不可靠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三、关键发现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发现 3：历史遗留问题占比高，跨端一致性是系统性短板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标题含「历史遗留 / 海外APP遗留 / 一期遗留 / 小程序遗留」的缺陷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29 个，占 22.5%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，其中严重及以上 10 个。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77213"/>
            <a:ext cx="11277295" cy="66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典型表现是同一数据在 App、小程序、海外版三端取值不一致（如 #1008729 场统计与技术统计不同步、#1008844 视频券数量不一致、#1008720 胜率榜 App 显示为空）。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v1.0.0 遗留的技术债在 v1.0.1 集中暴露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，不是单点 bug，而是缺少跨端口径约束。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三、关键发现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发现 4：核心商业链路质量风险最高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66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视频制作与支付/视频券两个模块合计 71 个缺陷（55%），而这两块正是「解锁 → 制作 → 播放 → 付费」的核心变现链路。7 个 urgent 优先级缺陷中，5 个落在这两个模块。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四、做得好的地方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2200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缺陷量翻倍的情况下仍保持 91.5% 关闭率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。v1.0.0 迭代 62 个缺陷，v1.0.1 达到 129 个，翻了一倍多，但关闭率没有掉下来。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致命缺陷仅 1 个且已闭环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，没有致命问题流到生产。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测试执行强度足够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。09-17 单日发现 20 个缺陷，其中 6 个严重、1 个致命，问题发现能力在线。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跨端数据一致性问题被系统性识别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，而不是零散报单。例如把 App 场统计/技术统计不一致（#1008729）与小程序平均犯规为 0（#1008803）归并为同一根因，推动三端统一小数位精度规则。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问题定位深入到数据层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。账号注销数据残留问题追到 5 张关联表，发现同一 open_id 产生 17 个 user_id 的数据割裂风险，超出功能层测试的常规范围。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五、改进措施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7293" cy="2465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77"/>
                <a:gridCol w="8885483"/>
                <a:gridCol w="971056"/>
                <a:gridCol w="710377"/>
              </a:tblGrid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措施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责任建议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优先级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438149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建立迭代收口规则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：enddate 之后发现的问题一律登记到新迭代，不再回填旧迭代；旧迭代到期即置为 done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 + 项目经理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49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TAPD 提单必填 module 字段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，先与产品确认模块字典（建议按：视频制作 / 支付 / 排行榜 / 数据统计 / 交手记录 / 消息推送 / 账号 / 其他）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测试组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提单必填 severity 与 priority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，纳入提单规范；避免出现 09-22 那批 5 条两项全空的情况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测试组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挂起单必须标注计划处理迭代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，不允许无限期挂起；当前 10 个挂起单需在后续迭代进行修复验证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 + 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建立跨端一致性专项 checklist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：涉及数据展示的需求，App / 小程序 / 海外版三端交叉验证，作为用例设计的强制项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测试组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加厚视频制作与支付链路的冒烟用例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：这两块占缺陷总量 55%，冒烟阶段应覆盖完整的「解锁→制作→播放→付费→退券」闭环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测试组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64795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推动开发在关闭缺陷时填写 resolved 时间</a:t>
                      </a:r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，否则修复时长、缺陷响应速度等指标永远算不出来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 + 测试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05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六、当前待办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6.1 阻塞迭代关闭的 11 个缺陷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3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752"/>
                <a:gridCol w="1329109"/>
                <a:gridCol w="1127729"/>
                <a:gridCol w="805521"/>
                <a:gridCol w="6981182"/>
              </a:tblGrid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严重度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处理人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标题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2F5496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1008981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new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视频券：历史记录已过期视频券显示为橙色，预期为置灰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1008744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严重</a:t>
                      </a:r>
                      <a:endParaRPr sz="100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谢仕杰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排行榜：俱乐部维度单杆榜总计时间范围搜索数据为空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1008924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严重</a:t>
                      </a:r>
                      <a:endParaRPr sz="100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【历史遗留】视频制作：解锁视频失败，工控机超出边界值自动删除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1008964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严重</a:t>
                      </a:r>
                      <a:endParaRPr sz="100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【历史遗留】交手记录查询条件缓存问题优化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1008683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邹德乾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工控机开机，App 显示未开机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1008892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谢仕杰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视频解锁后制作中步骤失败，导致视频变更为已退券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1008938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消息推送：比赛结束通知多场跳转需显示第*场（标题已注明后续版本实现）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1008943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【优化】消息推送别名问题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1008948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【历史遗留】苹果支付购买套餐成功后无购买详情弹窗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1008954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【历史遗留】公众号购买套餐后跳转小程序链接无效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2F5FA"/>
                    </a:solidFill>
                  </a:tcPr>
                </a:tc>
              </a:tr>
              <a:tr h="25654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1008976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suspended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提示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尹湘尧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【历史遗留】小程序改昵称，App 交手卡片未实时更新</a:t>
                      </a:r>
                      <a:endParaRPr sz="1000" b="0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67784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建议处理方式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710557"/>
            <a:ext cx="11277295" cy="9536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- #1008938 标题已写明「后续版本中实现」，属明确延期 → 转入新迭代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- 3 个 serious 挂起单（#1008744、#1008924、#1008964）需确认是否已在其他迭代跟踪，不可继续挂在过期迭代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- 其余 7 个确认为延期项的，统一由国内APP后续迭代中进行修复验证处理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六、当前待办</a:t>
            </a:r>
            <a:endParaRPr sz="1050" b="0" i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F5496"/>
                </a:solidFill>
                <a:latin typeface="微软雅黑" panose="020B0503020204020204" charset="-122"/>
                <a:ea typeface="微软雅黑" panose="020B0503020204020204" charset="-122"/>
              </a:rPr>
              <a:t>6.2 迭代状态处理</a:t>
            </a:r>
            <a:endParaRPr sz="2100" b="1" i="0">
              <a:solidFill>
                <a:srgbClr val="2F549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342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上述缺陷分流完成后，v1.0.1 应置为 done 并关联发布计划。同时 </a:t>
            </a:r>
            <a:r>
              <a:rPr sz="13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v1.0.0（1169097340001000331）同样处于 open 且已超期</a:t>
            </a: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，建议一并核查关闭。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77213"/>
            <a:ext cx="11277295" cy="6672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数据来源：① TAPD 项目 69097340，迭代 1169097340001000334，共 129 条缺陷全量数据，采集时间 2026-10-14 10:19；② 「国内App_v1.0.0第二期迭代」群聊天记录整理稿（2026-10-14，用于第二章时间线与延期分析）</a:t>
            </a:r>
            <a:endParaRPr sz="1300" b="0" i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5186</Words>
  <Application>WPS 演示</Application>
  <PresentationFormat>On-screen Show (4:3)</PresentationFormat>
  <Paragraphs>709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WPS_1178372946</cp:lastModifiedBy>
  <cp:revision>3</cp:revision>
  <dcterms:created xsi:type="dcterms:W3CDTF">2013-01-27T09:14:00Z</dcterms:created>
  <dcterms:modified xsi:type="dcterms:W3CDTF">2026-10-14T03:57:22Z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6734BD977B6B46C9BD0ABB979C0CB4F6_12</vt:lpwstr>
  </property>
  <property fmtid="{D5CDD505-2E9C-101B-9397-08002B2CF9AE}" pid="3" name="KSOProductBuildVer">
    <vt:lpwstr>2052-12.1.0.28505</vt:lpwstr>
  </property>
</Properties>
</file>