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60" r:id="rId3"/>
    <p:sldId id="261" r:id="rId4"/>
    <p:sldId id="257" r:id="rId5"/>
    <p:sldId id="258" r:id="rId6"/>
    <p:sldId id="259" r:id="rId7"/>
    <p:sldId id="262" r:id="rId8"/>
    <p:sldId id="263" r:id="rId9"/>
    <p:sldId id="265" r:id="rId11"/>
    <p:sldId id="264" r:id="rId12"/>
    <p:sldId id="276" r:id="rId13"/>
    <p:sldId id="277" r:id="rId14"/>
    <p:sldId id="266" r:id="rId15"/>
    <p:sldId id="275" r:id="rId16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67682A7-75CB-4E36-A6A3-75C9E163D1E6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rgbClr val="00B0F0"/>
              </a:solidFill>
              <a:prstDash val="solid"/>
            </a:ln>
          </a:top>
          <a:bottom>
            <a:ln w="12700" cmpd="sng">
              <a:solidFill>
                <a:srgbClr val="00B0F0"/>
              </a:solidFill>
              <a:prstDash val="solid"/>
            </a:ln>
          </a:bottom>
          <a:insideH>
            <a:ln w="9525" cmpd="sng">
              <a:solidFill>
                <a:srgbClr val="00B0F0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00B0F0">
              <a:lumMod val="10000"/>
              <a:lumOff val="90000"/>
            </a:srgb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rgbClr val="00B0F0"/>
              </a:solidFill>
              <a:prstDash val="solid"/>
            </a:ln>
          </a:top>
          <a:bottom>
            <a:ln w="12700" cmpd="sng">
              <a:solidFill>
                <a:srgbClr val="00B0F0"/>
              </a:solidFill>
              <a:prstDash val="solid"/>
            </a:ln>
          </a:bottom>
          <a:insideH>
            <a:ln w="9525" cmpd="sng">
              <a:solidFill>
                <a:srgbClr val="00B0F0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00B0F0">
              <a:lumMod val="10000"/>
              <a:lumOff val="90000"/>
            </a:srgb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rgbClr val="00B0F0"/>
              </a:solidFill>
              <a:prstDash val="solid"/>
            </a:ln>
          </a:top>
          <a:bottom>
            <a:ln w="12700" cmpd="sng">
              <a:solidFill>
                <a:srgbClr val="00B0F0"/>
              </a:solidFill>
              <a:prstDash val="solid"/>
            </a:ln>
          </a:bottom>
          <a:insideH>
            <a:ln w="9525" cmpd="sng">
              <a:solidFill>
                <a:srgbClr val="00B0F0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00B0F0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rgbClr val="00B0F0"/>
              </a:solidFill>
              <a:prstDash val="solid"/>
            </a:ln>
          </a:top>
          <a:bottom>
            <a:ln w="12700" cmpd="sng">
              <a:solidFill>
                <a:srgbClr val="00B0F0"/>
              </a:solidFill>
              <a:prstDash val="solid"/>
            </a:ln>
          </a:bottom>
          <a:insideH>
            <a:ln w="9525" cmpd="sng">
              <a:solidFill>
                <a:srgbClr val="00B0F0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00B0F0">
              <a:lumMod val="20000"/>
              <a:lumOff val="80000"/>
            </a:srgbClr>
          </a:solidFill>
        </a:fill>
      </a:tcStyle>
    </a:firstCol>
    <a:lastRow>
      <a:tcTxStyle b="on">
        <a:fontRef idx="none">
          <a:srgbClr val="00B0F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00B0F0"/>
              </a:solidFill>
              <a:prstDash val="solid"/>
            </a:ln>
          </a:top>
          <a:bottom>
            <a:ln w="12700" cmpd="sng">
              <a:solidFill>
                <a:srgbClr val="00B0F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 b="on">
        <a:fontRef idx="none">
          <a:srgbClr val="00B0F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00B0F0"/>
              </a:solidFill>
              <a:prstDash val="solid"/>
            </a:ln>
          </a:top>
          <a:bottom>
            <a:ln w="12700" cmpd="sng">
              <a:solidFill>
                <a:srgbClr val="00B0F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 b="on">
        <a:fontRef idx="none">
          <a:srgbClr val="00B0F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00B0F0"/>
              </a:solidFill>
              <a:prstDash val="solid"/>
            </a:ln>
          </a:top>
          <a:bottom>
            <a:ln w="12700" cmpd="sng">
              <a:solidFill>
                <a:srgbClr val="00B0F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00B0F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rgbClr val="00B0F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Row>
    <a:neCell>
      <a:tcTxStyle b="on">
        <a:fontRef idx="none">
          <a:srgbClr val="00B0F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rgbClr val="00B0F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neCell>
    <a:nwCell>
      <a:tcTxStyle b="on">
        <a:fontRef idx="none">
          <a:srgbClr val="00B0F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rgbClr val="00B0F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nwCell>
  </a:tblStyle>
  <a:tblStyle styleId="{81737C0E-AEBB-4A5D-9132-5AE929D4473D}" styleName="表样式 1">
    <a:wholeTbl>
      <a:tcTxStyle>
        <a:fontRef idx="none">
          <a:srgbClr val="000000"/>
        </a:fontRef>
      </a:tcTxStyle>
      <a:tcStyle>
        <a:tcBdr>
          <a:left>
            <a:ln w="12700" cmpd="sng">
              <a:solidFill>
                <a:srgbClr val="00B0F0"/>
              </a:solidFill>
              <a:prstDash val="solid"/>
            </a:ln>
          </a:left>
          <a:right>
            <a:ln w="12700" cmpd="sng">
              <a:solidFill>
                <a:srgbClr val="00B0F0"/>
              </a:solidFill>
              <a:prstDash val="solid"/>
            </a:ln>
          </a:right>
          <a:top>
            <a:ln w="12700" cmpd="sng">
              <a:solidFill>
                <a:srgbClr val="00B0F0"/>
              </a:solidFill>
              <a:prstDash val="solid"/>
            </a:ln>
          </a:top>
          <a:bottom>
            <a:ln w="12700" cmpd="sng">
              <a:solidFill>
                <a:srgbClr val="00B0F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00B0F0">
              <a:lumMod val="10000"/>
              <a:lumOff val="90000"/>
            </a:srgbClr>
          </a:solidFill>
        </a:fill>
      </a:tcStyle>
    </a:band2H>
    <a:band1V>
      <a:tcStyle>
        <a:tcBdr/>
        <a:fill>
          <a:solidFill>
            <a:srgbClr val="00B0F0">
              <a:lumMod val="10000"/>
              <a:lumOff val="90000"/>
            </a:srgb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rgbClr val="00B0F0"/>
              </a:solidFill>
              <a:prstDash val="solid"/>
            </a:ln>
          </a:right>
          <a:top>
            <a:ln w="12700" cmpd="sng">
              <a:solidFill>
                <a:srgbClr val="00B0F0"/>
              </a:solidFill>
              <a:prstDash val="solid"/>
            </a:ln>
          </a:top>
          <a:bottom>
            <a:ln w="12700" cmpd="sng">
              <a:solidFill>
                <a:srgbClr val="00B0F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00B0F0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12700" cmpd="sng">
              <a:solidFill>
                <a:srgbClr val="00B0F0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rgbClr val="00B0F0"/>
              </a:solidFill>
              <a:prstDash val="solid"/>
            </a:ln>
          </a:top>
          <a:bottom>
            <a:ln w="12700" cmpd="sng">
              <a:solidFill>
                <a:srgbClr val="00B0F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00B0F0">
              <a:lumMod val="20000"/>
              <a:lumOff val="80000"/>
            </a:srgbClr>
          </a:solidFill>
        </a:fill>
      </a:tcStyle>
    </a:firstCol>
    <a:lastRow>
      <a:tcTxStyle b="on">
        <a:fontRef idx="none">
          <a:srgbClr val="FFFFFF"/>
        </a:fontRef>
      </a:tcTxStyle>
      <a:tcStyle>
        <a:tcBdr>
          <a:left>
            <a:ln w="12700" cmpd="sng">
              <a:solidFill>
                <a:srgbClr val="00B0F0"/>
              </a:solidFill>
              <a:prstDash val="solid"/>
            </a:ln>
          </a:left>
          <a:right>
            <a:ln w="12700" cmpd="sng">
              <a:solidFill>
                <a:srgbClr val="00B0F0"/>
              </a:solidFill>
              <a:prstDash val="solid"/>
            </a:ln>
          </a:right>
          <a:top>
            <a:ln w="12700" cmpd="sng">
              <a:solidFill>
                <a:srgbClr val="00B0F0"/>
              </a:solidFill>
              <a:prstDash val="solid"/>
            </a:ln>
          </a:top>
          <a:bottom>
            <a:ln w="12700" cmpd="sng">
              <a:solidFill>
                <a:srgbClr val="00B0F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00B0F0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00B0F0"/>
              </a:solidFill>
              <a:prstDash val="solid"/>
            </a:ln>
          </a:top>
          <a:bottom>
            <a:ln w="9525" cmpd="sng">
              <a:solidFill>
                <a:srgbClr val="00B0F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00B0F0"/>
              </a:solidFill>
              <a:prstDash val="solid"/>
            </a:ln>
          </a:top>
          <a:bottom>
            <a:ln w="9525" cmpd="sng">
              <a:solidFill>
                <a:srgbClr val="00B0F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 w="12700" cmpd="sng">
              <a:solidFill>
                <a:srgbClr val="00B0F0"/>
              </a:solidFill>
              <a:prstDash val="solid"/>
            </a:ln>
          </a:left>
          <a:right>
            <a:ln w="12700" cmpd="sng">
              <a:solidFill>
                <a:srgbClr val="00B0F0"/>
              </a:solidFill>
              <a:prstDash val="solid"/>
            </a:ln>
          </a:right>
          <a:top>
            <a:ln w="12700" cmpd="sng">
              <a:solidFill>
                <a:srgbClr val="00B0F0"/>
              </a:solidFill>
              <a:prstDash val="solid"/>
            </a:ln>
          </a:top>
          <a:bottom>
            <a:ln w="12700" cmpd="sng">
              <a:solidFill>
                <a:srgbClr val="00B0F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00B0F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Relationship Id="rId20" Type="http://schemas.openxmlformats.org/officeDocument/2006/relationships/tags" Target="tags/tag3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7C3866-A74C-214E-BBF9-6CFD6BF8FED7}" type="doc">
      <dgm:prSet loTypeId="urn:microsoft.com/office/officeart/2005/8/layout/list1" loCatId="" qsTypeId="urn:microsoft.com/office/officeart/2005/8/quickstyle/simple3" qsCatId="simple" csTypeId="urn:microsoft.com/office/officeart/2005/8/colors/accent1_2" csCatId="colorful" phldr="1"/>
      <dgm:spPr/>
      <dgm:t>
        <a:bodyPr/>
        <a:lstStyle/>
        <a:p>
          <a:endParaRPr lang="zh-CN" altLang="en-US"/>
        </a:p>
      </dgm:t>
    </dgm:pt>
    <dgm:pt modelId="{3A4E3601-ABE2-F340-8D56-06218561223B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目的</a:t>
          </a:r>
          <a:endParaRPr lang="zh-CN" altLang="en-US" dirty="0"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gm:t>
    </dgm:pt>
    <dgm:pt modelId="{AE67CB1E-B852-E649-AEA2-B4142541222A}" cxnId="{FC92FC9C-0EB1-45A6-85C2-420545A1663F}" type="parTrans">
      <dgm:prSet/>
      <dgm:spPr/>
      <dgm:t>
        <a:bodyPr/>
        <a:lstStyle/>
        <a:p>
          <a:endParaRPr lang="zh-CN" altLang="en-US"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gm:t>
    </dgm:pt>
    <dgm:pt modelId="{1CC7DCC7-A66F-CE4E-835A-33337E39F02B}" cxnId="{FC92FC9C-0EB1-45A6-85C2-420545A1663F}" type="sibTrans">
      <dgm:prSet/>
      <dgm:spPr/>
      <dgm:t>
        <a:bodyPr/>
        <a:lstStyle/>
        <a:p>
          <a:endParaRPr lang="zh-CN" altLang="en-US"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gm:t>
    </dgm:pt>
    <dgm:pt modelId="{ADF79D12-E79B-4F41-99EB-181F5F702CA5}">
      <dgm:prSet phldrT="[文本]" custT="1"/>
      <dgm:spPr/>
      <dgm:t>
        <a:bodyPr/>
        <a:lstStyle/>
        <a:p>
          <a:r>
            <a:rPr lang="zh-CN" altLang="en-US" sz="20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令评委感受到能力程度</a:t>
          </a:r>
          <a:endParaRPr lang="zh-CN" altLang="en-US" sz="2000" dirty="0"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gm:t>
    </dgm:pt>
    <dgm:pt modelId="{636F7AF1-BCA7-FF45-8941-48D908445BEF}" cxnId="{6BABACD2-8C19-4B61-AEEC-E60DC383EE1A}" type="parTrans">
      <dgm:prSet/>
      <dgm:spPr/>
      <dgm:t>
        <a:bodyPr/>
        <a:lstStyle/>
        <a:p>
          <a:endParaRPr lang="zh-CN" altLang="en-US"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gm:t>
    </dgm:pt>
    <dgm:pt modelId="{567BB6C0-6B86-2D4D-9BD0-C2B176EFE64E}" cxnId="{6BABACD2-8C19-4B61-AEEC-E60DC383EE1A}" type="sibTrans">
      <dgm:prSet/>
      <dgm:spPr/>
      <dgm:t>
        <a:bodyPr/>
        <a:lstStyle/>
        <a:p>
          <a:endParaRPr lang="zh-CN" altLang="en-US"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gm:t>
    </dgm:pt>
    <dgm:pt modelId="{F274119D-7692-B24E-8177-1AF2FEAE2FDF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各能力展示：请用</a:t>
          </a:r>
          <a:r>
            <a: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STAR</a:t>
          </a:r>
          <a:r>
            <a:rPr lang="en-US" altLang="zh-CN" dirty="0">
              <a:solidFill>
                <a:schemeClr val="tx1"/>
              </a:solidFill>
              <a:sym typeface="+mn-ea"/>
            </a:rPr>
            <a:t>T</a:t>
          </a:r>
          <a:r>
            <a:rPr lang="zh-CN" altLang="en-US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结构</a:t>
          </a:r>
          <a:r>
            <a: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/>
          </a:r>
          <a:endParaRPr lang="zh-CN" altLang="en-US" dirty="0"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gm:t>
    </dgm:pt>
    <dgm:pt modelId="{328494D1-AFF5-734B-A239-F9898C46579E}" cxnId="{4D614E85-3957-47F5-A7FF-A34A70A0CBB8}" type="parTrans">
      <dgm:prSet/>
      <dgm:spPr/>
      <dgm:t>
        <a:bodyPr/>
        <a:lstStyle/>
        <a:p>
          <a:endParaRPr lang="zh-CN" altLang="en-US"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gm:t>
    </dgm:pt>
    <dgm:pt modelId="{57BD751A-0E2E-384C-AC44-B5431DB655F4}" cxnId="{4D614E85-3957-47F5-A7FF-A34A70A0CBB8}" type="sibTrans">
      <dgm:prSet/>
      <dgm:spPr/>
      <dgm:t>
        <a:bodyPr/>
        <a:lstStyle/>
        <a:p>
          <a:endParaRPr lang="zh-CN" altLang="en-US"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gm:t>
    </dgm:pt>
    <dgm:pt modelId="{AFDBC673-7BFD-F149-8B2C-606098793FCF}">
      <dgm:prSet phldrT="[文本]" custT="1"/>
      <dgm:spPr/>
      <dgm:t>
        <a:bodyPr/>
        <a:lstStyle/>
        <a:p>
          <a:r>
            <a:rPr lang="zh-CN" altLang="en-US" sz="20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举出事例后，从情景、行为、影响、结果及反思</a:t>
          </a:r>
          <a:r>
            <a:rPr lang="en-US" altLang="zh-CN" sz="20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5</a:t>
          </a:r>
          <a:r>
            <a:rPr lang="zh-CN" altLang="en-US" sz="20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个方面进行展示（“管理和发展人才”除外）</a:t>
          </a:r>
          <a:endParaRPr lang="zh-CN" altLang="en-US" sz="2000" dirty="0"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gm:t>
    </dgm:pt>
    <dgm:pt modelId="{E8437FB7-C310-E54E-91F7-D4CB92CB6840}" cxnId="{29167694-A050-45B3-80DD-7AA16E623E61}" type="parTrans">
      <dgm:prSet/>
      <dgm:spPr/>
      <dgm:t>
        <a:bodyPr/>
        <a:lstStyle/>
        <a:p>
          <a:endParaRPr lang="zh-CN" altLang="en-US"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gm:t>
    </dgm:pt>
    <dgm:pt modelId="{FF6D9EC5-2E0E-C84A-B436-9F92370F68D0}" cxnId="{29167694-A050-45B3-80DD-7AA16E623E61}" type="sibTrans">
      <dgm:prSet/>
      <dgm:spPr/>
      <dgm:t>
        <a:bodyPr/>
        <a:lstStyle/>
        <a:p>
          <a:endParaRPr lang="zh-CN" altLang="en-US"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gm:t>
    </dgm:pt>
    <dgm:pt modelId="{E1078B35-C15F-B943-A95C-E4A028F095CF}" type="pres">
      <dgm:prSet presAssocID="{467C3866-A74C-214E-BBF9-6CFD6BF8FED7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70B0A576-84D1-BC4E-905D-B827D38EDAD6}" type="pres">
      <dgm:prSet presAssocID="{3A4E3601-ABE2-F340-8D56-06218561223B}" presName="parentLin" presStyleCnt="0"/>
      <dgm:spPr/>
      <dgm:t>
        <a:bodyPr/>
        <a:lstStyle/>
        <a:p>
          <a:endParaRPr lang="zh-CN" altLang="en-US"/>
        </a:p>
      </dgm:t>
    </dgm:pt>
    <dgm:pt modelId="{490510FE-3397-B64E-B167-FF7BD06B8E59}" type="pres">
      <dgm:prSet presAssocID="{3A4E3601-ABE2-F340-8D56-06218561223B}" presName="parentLeftMargin" presStyleCnt="0"/>
      <dgm:spPr/>
      <dgm:t>
        <a:bodyPr/>
        <a:lstStyle/>
        <a:p>
          <a:endParaRPr lang="zh-CN" altLang="en-US"/>
        </a:p>
      </dgm:t>
    </dgm:pt>
    <dgm:pt modelId="{10E554AA-8118-7941-B4A9-7657006FC81E}" type="pres">
      <dgm:prSet presAssocID="{3A4E3601-ABE2-F340-8D56-06218561223B}" presName="parentText" presStyleLbl="node1" presStyleIdx="0" presStyleCnt="2" custScaleY="7172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F9BE8A2-EE38-4542-A215-762541E30AC3}" type="pres">
      <dgm:prSet presAssocID="{3A4E3601-ABE2-F340-8D56-06218561223B}" presName="negativeSpace" presStyleCnt="0"/>
      <dgm:spPr/>
      <dgm:t>
        <a:bodyPr/>
        <a:lstStyle/>
        <a:p>
          <a:endParaRPr lang="zh-CN" altLang="en-US"/>
        </a:p>
      </dgm:t>
    </dgm:pt>
    <dgm:pt modelId="{FD81FA5C-65D4-E54C-ACFD-BF4EB9CD9278}" type="pres">
      <dgm:prSet presAssocID="{3A4E3601-ABE2-F340-8D56-06218561223B}" presName="childText" presStyleLbl="conFgAcc1" presStyleIdx="0" presStyleCnt="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334619D-EB60-CA40-B1F2-561791654599}" type="pres">
      <dgm:prSet presAssocID="{1CC7DCC7-A66F-CE4E-835A-33337E39F02B}" presName="spaceBetweenRectangles" presStyleCnt="0"/>
      <dgm:spPr/>
      <dgm:t>
        <a:bodyPr/>
        <a:lstStyle/>
        <a:p>
          <a:endParaRPr lang="zh-CN" altLang="en-US"/>
        </a:p>
      </dgm:t>
    </dgm:pt>
    <dgm:pt modelId="{45BDEFBF-B067-2B42-912A-CAE62B33C948}" type="pres">
      <dgm:prSet presAssocID="{F274119D-7692-B24E-8177-1AF2FEAE2FDF}" presName="parentLin" presStyleCnt="0"/>
      <dgm:spPr/>
      <dgm:t>
        <a:bodyPr/>
        <a:lstStyle/>
        <a:p>
          <a:endParaRPr lang="zh-CN" altLang="en-US"/>
        </a:p>
      </dgm:t>
    </dgm:pt>
    <dgm:pt modelId="{5D3520AE-EB87-E244-B97A-225CBBADA8FA}" type="pres">
      <dgm:prSet presAssocID="{F274119D-7692-B24E-8177-1AF2FEAE2FDF}" presName="parentLeftMargin" presStyleCnt="0"/>
      <dgm:spPr/>
      <dgm:t>
        <a:bodyPr/>
        <a:lstStyle/>
        <a:p>
          <a:endParaRPr lang="zh-CN" altLang="en-US"/>
        </a:p>
      </dgm:t>
    </dgm:pt>
    <dgm:pt modelId="{6570029C-9640-F04D-8B05-11DACD78F705}" type="pres">
      <dgm:prSet presAssocID="{F274119D-7692-B24E-8177-1AF2FEAE2FDF}" presName="parentText" presStyleLbl="node1" presStyleIdx="1" presStyleCnt="2" custScaleY="77937" custLinFactNeighborY="97606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96E7055-7F11-4A47-9857-50ABA6BC6B3E}" type="pres">
      <dgm:prSet presAssocID="{F274119D-7692-B24E-8177-1AF2FEAE2FDF}" presName="negativeSpace" presStyleCnt="0"/>
      <dgm:spPr/>
      <dgm:t>
        <a:bodyPr/>
        <a:lstStyle/>
        <a:p>
          <a:endParaRPr lang="zh-CN" altLang="en-US"/>
        </a:p>
      </dgm:t>
    </dgm:pt>
    <dgm:pt modelId="{AE512961-0ED2-9F4C-9206-BD5D07AAD7B2}" type="pres">
      <dgm:prSet presAssocID="{F274119D-7692-B24E-8177-1AF2FEAE2FDF}" presName="childText" presStyleLbl="conFgAcc1" presStyleIdx="1" presStyleCnt="2" custLinFactY="10618" custLinFactNeighborY="100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FC92FC9C-0EB1-45A6-85C2-420545A1663F}" srcId="{467C3866-A74C-214E-BBF9-6CFD6BF8FED7}" destId="{3A4E3601-ABE2-F340-8D56-06218561223B}" srcOrd="0" destOrd="0" parTransId="{AE67CB1E-B852-E649-AEA2-B4142541222A}" sibTransId="{1CC7DCC7-A66F-CE4E-835A-33337E39F02B}"/>
    <dgm:cxn modelId="{6BABACD2-8C19-4B61-AEEC-E60DC383EE1A}" srcId="{3A4E3601-ABE2-F340-8D56-06218561223B}" destId="{ADF79D12-E79B-4F41-99EB-181F5F702CA5}" srcOrd="0" destOrd="0" parTransId="{636F7AF1-BCA7-FF45-8941-48D908445BEF}" sibTransId="{567BB6C0-6B86-2D4D-9BD0-C2B176EFE64E}"/>
    <dgm:cxn modelId="{4D614E85-3957-47F5-A7FF-A34A70A0CBB8}" srcId="{467C3866-A74C-214E-BBF9-6CFD6BF8FED7}" destId="{F274119D-7692-B24E-8177-1AF2FEAE2FDF}" srcOrd="1" destOrd="0" parTransId="{328494D1-AFF5-734B-A239-F9898C46579E}" sibTransId="{57BD751A-0E2E-384C-AC44-B5431DB655F4}"/>
    <dgm:cxn modelId="{29167694-A050-45B3-80DD-7AA16E623E61}" srcId="{F274119D-7692-B24E-8177-1AF2FEAE2FDF}" destId="{AFDBC673-7BFD-F149-8B2C-606098793FCF}" srcOrd="0" destOrd="1" parTransId="{E8437FB7-C310-E54E-91F7-D4CB92CB6840}" sibTransId="{FF6D9EC5-2E0E-C84A-B436-9F92370F68D0}"/>
    <dgm:cxn modelId="{47EADAE9-29CA-4645-9F1F-C768361520EA}" type="presOf" srcId="{467C3866-A74C-214E-BBF9-6CFD6BF8FED7}" destId="{E1078B35-C15F-B943-A95C-E4A028F095CF}" srcOrd="0" destOrd="0" presId="urn:microsoft.com/office/officeart/2005/8/layout/list1"/>
    <dgm:cxn modelId="{E48F6AA9-98F5-4607-B5DD-24F3119E43FD}" type="presParOf" srcId="{E1078B35-C15F-B943-A95C-E4A028F095CF}" destId="{70B0A576-84D1-BC4E-905D-B827D38EDAD6}" srcOrd="0" destOrd="0" presId="urn:microsoft.com/office/officeart/2005/8/layout/list1"/>
    <dgm:cxn modelId="{1FCEDF0A-93AA-481E-9469-BB49AB6DF83D}" type="presParOf" srcId="{70B0A576-84D1-BC4E-905D-B827D38EDAD6}" destId="{490510FE-3397-B64E-B167-FF7BD06B8E59}" srcOrd="0" destOrd="0" presId="urn:microsoft.com/office/officeart/2005/8/layout/list1"/>
    <dgm:cxn modelId="{E48DCDBC-2025-4335-B7C6-B29851750F1A}" type="presOf" srcId="{3A4E3601-ABE2-F340-8D56-06218561223B}" destId="{490510FE-3397-B64E-B167-FF7BD06B8E59}" srcOrd="0" destOrd="0" presId="urn:microsoft.com/office/officeart/2005/8/layout/list1"/>
    <dgm:cxn modelId="{72A9D108-C305-4C1D-8C7F-91E8AB51DFAA}" type="presParOf" srcId="{70B0A576-84D1-BC4E-905D-B827D38EDAD6}" destId="{10E554AA-8118-7941-B4A9-7657006FC81E}" srcOrd="1" destOrd="0" presId="urn:microsoft.com/office/officeart/2005/8/layout/list1"/>
    <dgm:cxn modelId="{54E64AF6-B275-45DC-9FDD-9EFDD457D028}" type="presOf" srcId="{3A4E3601-ABE2-F340-8D56-06218561223B}" destId="{10E554AA-8118-7941-B4A9-7657006FC81E}" srcOrd="0" destOrd="0" presId="urn:microsoft.com/office/officeart/2005/8/layout/list1"/>
    <dgm:cxn modelId="{088A3942-0161-4B05-AFCC-078B7FE1D260}" type="presParOf" srcId="{E1078B35-C15F-B943-A95C-E4A028F095CF}" destId="{4F9BE8A2-EE38-4542-A215-762541E30AC3}" srcOrd="1" destOrd="0" presId="urn:microsoft.com/office/officeart/2005/8/layout/list1"/>
    <dgm:cxn modelId="{E96A2782-F92E-4B92-9FBD-1421A7BCC09D}" type="presParOf" srcId="{E1078B35-C15F-B943-A95C-E4A028F095CF}" destId="{FD81FA5C-65D4-E54C-ACFD-BF4EB9CD9278}" srcOrd="2" destOrd="0" presId="urn:microsoft.com/office/officeart/2005/8/layout/list1"/>
    <dgm:cxn modelId="{39893425-6B3B-43AE-B988-3AA591EBF4EB}" type="presOf" srcId="{ADF79D12-E79B-4F41-99EB-181F5F702CA5}" destId="{FD81FA5C-65D4-E54C-ACFD-BF4EB9CD9278}" srcOrd="0" destOrd="0" presId="urn:microsoft.com/office/officeart/2005/8/layout/list1"/>
    <dgm:cxn modelId="{B0992F9D-9827-43FD-A369-1CB91C0B0CA5}" type="presParOf" srcId="{E1078B35-C15F-B943-A95C-E4A028F095CF}" destId="{C334619D-EB60-CA40-B1F2-561791654599}" srcOrd="3" destOrd="0" presId="urn:microsoft.com/office/officeart/2005/8/layout/list1"/>
    <dgm:cxn modelId="{17149A26-B705-44F8-9DBD-B7C24E487564}" type="presParOf" srcId="{E1078B35-C15F-B943-A95C-E4A028F095CF}" destId="{45BDEFBF-B067-2B42-912A-CAE62B33C948}" srcOrd="4" destOrd="0" presId="urn:microsoft.com/office/officeart/2005/8/layout/list1"/>
    <dgm:cxn modelId="{0D0184A5-BBF5-4762-934F-18DDF2F129C0}" type="presParOf" srcId="{45BDEFBF-B067-2B42-912A-CAE62B33C948}" destId="{5D3520AE-EB87-E244-B97A-225CBBADA8FA}" srcOrd="0" destOrd="4" presId="urn:microsoft.com/office/officeart/2005/8/layout/list1"/>
    <dgm:cxn modelId="{D8C378FE-9BFA-4A09-97BB-ABF83C218EC5}" type="presOf" srcId="{F274119D-7692-B24E-8177-1AF2FEAE2FDF}" destId="{5D3520AE-EB87-E244-B97A-225CBBADA8FA}" srcOrd="0" destOrd="0" presId="urn:microsoft.com/office/officeart/2005/8/layout/list1"/>
    <dgm:cxn modelId="{7E869F9C-8F37-4965-86E5-7A5430A18225}" type="presParOf" srcId="{45BDEFBF-B067-2B42-912A-CAE62B33C948}" destId="{6570029C-9640-F04D-8B05-11DACD78F705}" srcOrd="1" destOrd="4" presId="urn:microsoft.com/office/officeart/2005/8/layout/list1"/>
    <dgm:cxn modelId="{4F01FD60-C52B-4AAB-8ACA-3F465C65F399}" type="presOf" srcId="{F274119D-7692-B24E-8177-1AF2FEAE2FDF}" destId="{6570029C-9640-F04D-8B05-11DACD78F705}" srcOrd="0" destOrd="0" presId="urn:microsoft.com/office/officeart/2005/8/layout/list1"/>
    <dgm:cxn modelId="{3E0CB474-FBAE-4E36-A9D0-02C2E23993F5}" type="presParOf" srcId="{E1078B35-C15F-B943-A95C-E4A028F095CF}" destId="{896E7055-7F11-4A47-9857-50ABA6BC6B3E}" srcOrd="5" destOrd="0" presId="urn:microsoft.com/office/officeart/2005/8/layout/list1"/>
    <dgm:cxn modelId="{A0242BE1-7A08-4524-9E3E-E723A41F1AF3}" type="presParOf" srcId="{E1078B35-C15F-B943-A95C-E4A028F095CF}" destId="{AE512961-0ED2-9F4C-9206-BD5D07AAD7B2}" srcOrd="6" destOrd="0" presId="urn:microsoft.com/office/officeart/2005/8/layout/list1"/>
    <dgm:cxn modelId="{3D8BAB0B-B598-4C67-A9C1-CC16A6633737}" type="presOf" srcId="{AFDBC673-7BFD-F149-8B2C-606098793FCF}" destId="{AE512961-0ED2-9F4C-9206-BD5D07AAD7B2}" srcOrd="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B15BD8E-709C-4527-B3CC-54CBB8FC3872}" type="doc">
      <dgm:prSet loTypeId="urn:microsoft.com/office/officeart/2005/8/layout/cycle8" loCatId="cycle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1B5281F6-62A8-4EEB-A830-87233BE0C931}">
      <dgm:prSet phldrT="[文本]"/>
      <dgm:spPr/>
      <dgm:t>
        <a:bodyPr/>
        <a:lstStyle/>
        <a:p>
          <a:r>
            <a:rPr lang="zh-CN" altLang="en-US" b="1" dirty="0" smtClean="0">
              <a:latin typeface="微软雅黑" panose="020B0503020204020204" charset="-122"/>
              <a:ea typeface="微软雅黑" panose="020B0503020204020204" charset="-122"/>
            </a:rPr>
            <a:t>情景</a:t>
          </a:r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gm:t>
    </dgm:pt>
    <dgm:pt modelId="{D5D2021B-86CF-4EB5-81AC-3F74DEC2161D}" cxnId="{8A0B507D-A281-44B4-8877-28F093314CC3}" type="par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872EEDAC-BF7E-45E3-86C4-6B6CC6AF2F11}" cxnId="{8A0B507D-A281-44B4-8877-28F093314CC3}" type="sib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A3E8AFAD-32BB-4CCD-82CF-422DEFF137CB}">
      <dgm:prSet phldrT="[文本]"/>
      <dgm:spPr/>
      <dgm:t>
        <a:bodyPr/>
        <a:lstStyle/>
        <a:p>
          <a:r>
            <a:rPr lang="zh-CN" altLang="en-US" b="1" dirty="0" smtClean="0">
              <a:latin typeface="微软雅黑" panose="020B0503020204020204" charset="-122"/>
              <a:ea typeface="微软雅黑" panose="020B0503020204020204" charset="-122"/>
            </a:rPr>
            <a:t>行为</a:t>
          </a:r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gm:t>
    </dgm:pt>
    <dgm:pt modelId="{4F1E3892-ED81-41DF-8E9D-CA023B59287A}" cxnId="{4A40AFA8-184B-4280-BAD7-19EF7B784207}" type="par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9B1D2BA-9CA8-4BF8-B648-978F7E501C58}" cxnId="{4A40AFA8-184B-4280-BAD7-19EF7B784207}" type="sib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656BC85A-1F33-4F2B-8ABD-18292ACD0238}">
      <dgm:prSet phldrT="[文本]"/>
      <dgm:spPr/>
      <dgm:t>
        <a:bodyPr/>
        <a:lstStyle/>
        <a:p>
          <a:r>
            <a:rPr lang="zh-CN" altLang="en-US" b="1" dirty="0" smtClean="0">
              <a:latin typeface="微软雅黑" panose="020B0503020204020204" charset="-122"/>
              <a:ea typeface="微软雅黑" panose="020B0503020204020204" charset="-122"/>
            </a:rPr>
            <a:t>影响</a:t>
          </a:r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gm:t>
    </dgm:pt>
    <dgm:pt modelId="{5B818626-3B44-4AD5-BAD7-8B694E174DEF}" cxnId="{7F62BB10-2078-4E9A-900B-734CAC710366}" type="par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4918F76A-58F9-4D71-A782-BF3066D64A8D}" cxnId="{7F62BB10-2078-4E9A-900B-734CAC710366}" type="sib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97A20FD5-8B3B-4D63-97D1-B714FDE67A83}">
      <dgm:prSet/>
      <dgm:spPr/>
      <dgm:t>
        <a:bodyPr/>
        <a:lstStyle/>
        <a:p>
          <a:r>
            <a:rPr lang="zh-CN" altLang="en-US" b="1" dirty="0" smtClean="0">
              <a:latin typeface="微软雅黑" panose="020B0503020204020204" charset="-122"/>
              <a:ea typeface="微软雅黑" panose="020B0503020204020204" charset="-122"/>
            </a:rPr>
            <a:t>结果</a:t>
          </a:r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gm:t>
    </dgm:pt>
    <dgm:pt modelId="{10E7AD70-2CB9-44B9-A28D-29EB29811FE1}" cxnId="{12F06AA9-6E69-495D-BC32-749EF3009A1B}" type="par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BCBBEC75-B4BF-476A-AC1D-E021FC5F19EA}" cxnId="{12F06AA9-6E69-495D-BC32-749EF3009A1B}" type="sib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EE9D52CB-29CF-4CD7-9EC6-4DE8059978B3}">
      <dgm:prSet/>
      <dgm:spPr/>
      <dgm:t>
        <a:bodyPr/>
        <a:lstStyle/>
        <a:p>
          <a:r>
            <a:rPr lang="zh-CN" altLang="en-US" b="1" dirty="0" smtClean="0">
              <a:latin typeface="微软雅黑" panose="020B0503020204020204" charset="-122"/>
              <a:ea typeface="微软雅黑" panose="020B0503020204020204" charset="-122"/>
            </a:rPr>
            <a:t>反思</a:t>
          </a:r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gm:t>
    </dgm:pt>
    <dgm:pt modelId="{D782B223-C58C-4396-8C1F-4C79831494C3}" cxnId="{D8BEF49E-2D08-4D46-AEEE-DE75B21F309E}" type="par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77C270E9-B766-4CB0-9326-281E3963E2FB}" cxnId="{D8BEF49E-2D08-4D46-AEEE-DE75B21F309E}" type="sibTrans">
      <dgm:prSet/>
      <dgm:spPr/>
      <dgm:t>
        <a:bodyPr/>
        <a:lstStyle/>
        <a:p>
          <a:endParaRPr lang="zh-CN" altLang="en-US" b="1">
            <a:latin typeface="微软雅黑" panose="020B0503020204020204" charset="-122"/>
            <a:ea typeface="微软雅黑" panose="020B0503020204020204" charset="-122"/>
          </a:endParaRPr>
        </a:p>
      </dgm:t>
    </dgm:pt>
    <dgm:pt modelId="{77BCE4FB-7B0F-4505-8A2B-A80256516D4F}" type="pres">
      <dgm:prSet presAssocID="{0B15BD8E-709C-4527-B3CC-54CBB8FC3872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149BA17-D329-4E03-A3F7-F457EA99E870}" type="pres">
      <dgm:prSet presAssocID="{0B15BD8E-709C-4527-B3CC-54CBB8FC3872}" presName="wedge1" presStyleLbl="node1" presStyleIdx="0" presStyleCnt="5"/>
      <dgm:spPr/>
      <dgm:t>
        <a:bodyPr/>
        <a:lstStyle/>
        <a:p>
          <a:endParaRPr lang="zh-CN" altLang="en-US"/>
        </a:p>
      </dgm:t>
    </dgm:pt>
    <dgm:pt modelId="{2A2F7483-4CCC-45E7-8ED8-7C6E4895508F}" type="pres">
      <dgm:prSet presAssocID="{0B15BD8E-709C-4527-B3CC-54CBB8FC3872}" presName="dummy1a" presStyleCnt="0"/>
      <dgm:spPr/>
    </dgm:pt>
    <dgm:pt modelId="{AA2BC6BD-35E6-4C1E-BCB5-40FC65F0FBF0}" type="pres">
      <dgm:prSet presAssocID="{0B15BD8E-709C-4527-B3CC-54CBB8FC3872}" presName="dummy1b" presStyleCnt="0"/>
      <dgm:spPr/>
    </dgm:pt>
    <dgm:pt modelId="{7F4FBDEC-612F-45D0-8AA0-E4DB7592D096}" type="pres">
      <dgm:prSet presAssocID="{0B15BD8E-709C-4527-B3CC-54CBB8FC3872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772B39E-DC85-401B-8DEA-D0067639966C}" type="pres">
      <dgm:prSet presAssocID="{0B15BD8E-709C-4527-B3CC-54CBB8FC3872}" presName="wedge2" presStyleLbl="node1" presStyleIdx="1" presStyleCnt="5"/>
      <dgm:spPr/>
      <dgm:t>
        <a:bodyPr/>
        <a:lstStyle/>
        <a:p>
          <a:endParaRPr lang="zh-CN" altLang="en-US"/>
        </a:p>
      </dgm:t>
    </dgm:pt>
    <dgm:pt modelId="{5ECDCB57-E648-42DC-B697-16F28EED5DA2}" type="pres">
      <dgm:prSet presAssocID="{0B15BD8E-709C-4527-B3CC-54CBB8FC3872}" presName="dummy2a" presStyleCnt="0"/>
      <dgm:spPr/>
    </dgm:pt>
    <dgm:pt modelId="{7E2366A9-385A-48E1-B9C9-EB741784EE67}" type="pres">
      <dgm:prSet presAssocID="{0B15BD8E-709C-4527-B3CC-54CBB8FC3872}" presName="dummy2b" presStyleCnt="0"/>
      <dgm:spPr/>
    </dgm:pt>
    <dgm:pt modelId="{98339CF5-46B3-4167-8516-33F0E2B6BC79}" type="pres">
      <dgm:prSet presAssocID="{0B15BD8E-709C-4527-B3CC-54CBB8FC3872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EE271D6-C03C-42B9-A2C9-4B7007A60C8F}" type="pres">
      <dgm:prSet presAssocID="{0B15BD8E-709C-4527-B3CC-54CBB8FC3872}" presName="wedge3" presStyleLbl="node1" presStyleIdx="2" presStyleCnt="5"/>
      <dgm:spPr/>
      <dgm:t>
        <a:bodyPr/>
        <a:lstStyle/>
        <a:p>
          <a:endParaRPr lang="zh-CN" altLang="en-US"/>
        </a:p>
      </dgm:t>
    </dgm:pt>
    <dgm:pt modelId="{C00AACF1-1D75-42FF-AB8D-4F509B3DC3B7}" type="pres">
      <dgm:prSet presAssocID="{0B15BD8E-709C-4527-B3CC-54CBB8FC3872}" presName="dummy3a" presStyleCnt="0"/>
      <dgm:spPr/>
    </dgm:pt>
    <dgm:pt modelId="{EE9E2598-6F46-4337-BB93-5063894AF518}" type="pres">
      <dgm:prSet presAssocID="{0B15BD8E-709C-4527-B3CC-54CBB8FC3872}" presName="dummy3b" presStyleCnt="0"/>
      <dgm:spPr/>
    </dgm:pt>
    <dgm:pt modelId="{AD0A0ECD-C80A-4FDD-BBF0-09D4A07DDBB4}" type="pres">
      <dgm:prSet presAssocID="{0B15BD8E-709C-4527-B3CC-54CBB8FC3872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2EF065D-CACA-489E-B66F-4B155C46FF50}" type="pres">
      <dgm:prSet presAssocID="{0B15BD8E-709C-4527-B3CC-54CBB8FC3872}" presName="wedge4" presStyleLbl="node1" presStyleIdx="3" presStyleCnt="5"/>
      <dgm:spPr/>
      <dgm:t>
        <a:bodyPr/>
        <a:lstStyle/>
        <a:p>
          <a:endParaRPr lang="zh-CN" altLang="en-US"/>
        </a:p>
      </dgm:t>
    </dgm:pt>
    <dgm:pt modelId="{70DD4CD6-0516-411F-8CE2-A4EC80CFFE1E}" type="pres">
      <dgm:prSet presAssocID="{0B15BD8E-709C-4527-B3CC-54CBB8FC3872}" presName="dummy4a" presStyleCnt="0"/>
      <dgm:spPr/>
    </dgm:pt>
    <dgm:pt modelId="{EF215D7E-FF3F-4639-AEF2-4B3846E14F9E}" type="pres">
      <dgm:prSet presAssocID="{0B15BD8E-709C-4527-B3CC-54CBB8FC3872}" presName="dummy4b" presStyleCnt="0"/>
      <dgm:spPr/>
    </dgm:pt>
    <dgm:pt modelId="{3B3DCDCF-B379-4BE6-A8C7-6837BFC6781C}" type="pres">
      <dgm:prSet presAssocID="{0B15BD8E-709C-4527-B3CC-54CBB8FC3872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879E091-720B-44F1-8E9B-31DDA26A5643}" type="pres">
      <dgm:prSet presAssocID="{0B15BD8E-709C-4527-B3CC-54CBB8FC3872}" presName="wedge5" presStyleLbl="node1" presStyleIdx="4" presStyleCnt="5"/>
      <dgm:spPr/>
      <dgm:t>
        <a:bodyPr/>
        <a:lstStyle/>
        <a:p>
          <a:endParaRPr lang="zh-CN" altLang="en-US"/>
        </a:p>
      </dgm:t>
    </dgm:pt>
    <dgm:pt modelId="{FFB2569F-9DEC-4625-B5D2-7C8FC9894BF7}" type="pres">
      <dgm:prSet presAssocID="{0B15BD8E-709C-4527-B3CC-54CBB8FC3872}" presName="dummy5a" presStyleCnt="0"/>
      <dgm:spPr/>
    </dgm:pt>
    <dgm:pt modelId="{04676565-DB01-4ABE-A5BB-03C1BA39DAE5}" type="pres">
      <dgm:prSet presAssocID="{0B15BD8E-709C-4527-B3CC-54CBB8FC3872}" presName="dummy5b" presStyleCnt="0"/>
      <dgm:spPr/>
    </dgm:pt>
    <dgm:pt modelId="{A7889618-0A4C-4F71-95AF-C2CCA29314DD}" type="pres">
      <dgm:prSet presAssocID="{0B15BD8E-709C-4527-B3CC-54CBB8FC3872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2BEC899-665B-47C2-9D94-8735C6978EF7}" type="pres">
      <dgm:prSet presAssocID="{872EEDAC-BF7E-45E3-86C4-6B6CC6AF2F11}" presName="arrowWedge1" presStyleLbl="fgSibTrans2D1" presStyleIdx="0" presStyleCnt="5"/>
      <dgm:spPr/>
    </dgm:pt>
    <dgm:pt modelId="{61BC305B-8AAB-452B-857E-5595A5DEB2F8}" type="pres">
      <dgm:prSet presAssocID="{99B1D2BA-9CA8-4BF8-B648-978F7E501C58}" presName="arrowWedge2" presStyleLbl="fgSibTrans2D1" presStyleIdx="1" presStyleCnt="5"/>
      <dgm:spPr/>
    </dgm:pt>
    <dgm:pt modelId="{12F8D43D-3A4F-44EE-8891-D27FFF108BD7}" type="pres">
      <dgm:prSet presAssocID="{4918F76A-58F9-4D71-A782-BF3066D64A8D}" presName="arrowWedge3" presStyleLbl="fgSibTrans2D1" presStyleIdx="2" presStyleCnt="5"/>
      <dgm:spPr/>
    </dgm:pt>
    <dgm:pt modelId="{C9A2C19B-B97F-4B58-A98F-E7D3A710F1DA}" type="pres">
      <dgm:prSet presAssocID="{BCBBEC75-B4BF-476A-AC1D-E021FC5F19EA}" presName="arrowWedge4" presStyleLbl="fgSibTrans2D1" presStyleIdx="3" presStyleCnt="5"/>
      <dgm:spPr/>
    </dgm:pt>
    <dgm:pt modelId="{55799562-D20A-4D81-BB35-3A655D1D9EEE}" type="pres">
      <dgm:prSet presAssocID="{77C270E9-B766-4CB0-9326-281E3963E2FB}" presName="arrowWedge5" presStyleLbl="fgSibTrans2D1" presStyleIdx="4" presStyleCnt="5"/>
      <dgm:spPr/>
    </dgm:pt>
  </dgm:ptLst>
  <dgm:cxnLst>
    <dgm:cxn modelId="{F5127C07-D305-4BBE-B53A-D4DD7EB8A75D}" type="presOf" srcId="{656BC85A-1F33-4F2B-8ABD-18292ACD0238}" destId="{1EE271D6-C03C-42B9-A2C9-4B7007A60C8F}" srcOrd="0" destOrd="0" presId="urn:microsoft.com/office/officeart/2005/8/layout/cycle8"/>
    <dgm:cxn modelId="{6CA8F3C5-62DD-4C8F-BD8D-630E21D25ADE}" type="presOf" srcId="{EE9D52CB-29CF-4CD7-9EC6-4DE8059978B3}" destId="{1879E091-720B-44F1-8E9B-31DDA26A5643}" srcOrd="0" destOrd="0" presId="urn:microsoft.com/office/officeart/2005/8/layout/cycle8"/>
    <dgm:cxn modelId="{7316242E-BC1C-4493-83F0-660E5588F443}" type="presOf" srcId="{EE9D52CB-29CF-4CD7-9EC6-4DE8059978B3}" destId="{A7889618-0A4C-4F71-95AF-C2CCA29314DD}" srcOrd="1" destOrd="0" presId="urn:microsoft.com/office/officeart/2005/8/layout/cycle8"/>
    <dgm:cxn modelId="{7F62BB10-2078-4E9A-900B-734CAC710366}" srcId="{0B15BD8E-709C-4527-B3CC-54CBB8FC3872}" destId="{656BC85A-1F33-4F2B-8ABD-18292ACD0238}" srcOrd="2" destOrd="0" parTransId="{5B818626-3B44-4AD5-BAD7-8B694E174DEF}" sibTransId="{4918F76A-58F9-4D71-A782-BF3066D64A8D}"/>
    <dgm:cxn modelId="{8A0B507D-A281-44B4-8877-28F093314CC3}" srcId="{0B15BD8E-709C-4527-B3CC-54CBB8FC3872}" destId="{1B5281F6-62A8-4EEB-A830-87233BE0C931}" srcOrd="0" destOrd="0" parTransId="{D5D2021B-86CF-4EB5-81AC-3F74DEC2161D}" sibTransId="{872EEDAC-BF7E-45E3-86C4-6B6CC6AF2F11}"/>
    <dgm:cxn modelId="{12F06AA9-6E69-495D-BC32-749EF3009A1B}" srcId="{0B15BD8E-709C-4527-B3CC-54CBB8FC3872}" destId="{97A20FD5-8B3B-4D63-97D1-B714FDE67A83}" srcOrd="3" destOrd="0" parTransId="{10E7AD70-2CB9-44B9-A28D-29EB29811FE1}" sibTransId="{BCBBEC75-B4BF-476A-AC1D-E021FC5F19EA}"/>
    <dgm:cxn modelId="{2A86A1D3-4AC3-4892-824F-3439EC731E80}" type="presOf" srcId="{1B5281F6-62A8-4EEB-A830-87233BE0C931}" destId="{7F4FBDEC-612F-45D0-8AA0-E4DB7592D096}" srcOrd="1" destOrd="0" presId="urn:microsoft.com/office/officeart/2005/8/layout/cycle8"/>
    <dgm:cxn modelId="{D8BEF49E-2D08-4D46-AEEE-DE75B21F309E}" srcId="{0B15BD8E-709C-4527-B3CC-54CBB8FC3872}" destId="{EE9D52CB-29CF-4CD7-9EC6-4DE8059978B3}" srcOrd="4" destOrd="0" parTransId="{D782B223-C58C-4396-8C1F-4C79831494C3}" sibTransId="{77C270E9-B766-4CB0-9326-281E3963E2FB}"/>
    <dgm:cxn modelId="{4A40AFA8-184B-4280-BAD7-19EF7B784207}" srcId="{0B15BD8E-709C-4527-B3CC-54CBB8FC3872}" destId="{A3E8AFAD-32BB-4CCD-82CF-422DEFF137CB}" srcOrd="1" destOrd="0" parTransId="{4F1E3892-ED81-41DF-8E9D-CA023B59287A}" sibTransId="{99B1D2BA-9CA8-4BF8-B648-978F7E501C58}"/>
    <dgm:cxn modelId="{111D6987-C690-40DB-91A4-818348B19591}" type="presOf" srcId="{A3E8AFAD-32BB-4CCD-82CF-422DEFF137CB}" destId="{98339CF5-46B3-4167-8516-33F0E2B6BC79}" srcOrd="1" destOrd="0" presId="urn:microsoft.com/office/officeart/2005/8/layout/cycle8"/>
    <dgm:cxn modelId="{81E80C0C-5475-408B-B3D3-576F7E57DF73}" type="presOf" srcId="{1B5281F6-62A8-4EEB-A830-87233BE0C931}" destId="{5149BA17-D329-4E03-A3F7-F457EA99E870}" srcOrd="0" destOrd="0" presId="urn:microsoft.com/office/officeart/2005/8/layout/cycle8"/>
    <dgm:cxn modelId="{BAA7FAA2-2166-4661-9D87-8151275D1252}" type="presOf" srcId="{97A20FD5-8B3B-4D63-97D1-B714FDE67A83}" destId="{82EF065D-CACA-489E-B66F-4B155C46FF50}" srcOrd="0" destOrd="0" presId="urn:microsoft.com/office/officeart/2005/8/layout/cycle8"/>
    <dgm:cxn modelId="{1D68AA34-2DF8-42B0-B4D4-D820DED1578F}" type="presOf" srcId="{0B15BD8E-709C-4527-B3CC-54CBB8FC3872}" destId="{77BCE4FB-7B0F-4505-8A2B-A80256516D4F}" srcOrd="0" destOrd="0" presId="urn:microsoft.com/office/officeart/2005/8/layout/cycle8"/>
    <dgm:cxn modelId="{3A7F0282-1998-46CC-BACF-D46B826038F8}" type="presOf" srcId="{656BC85A-1F33-4F2B-8ABD-18292ACD0238}" destId="{AD0A0ECD-C80A-4FDD-BBF0-09D4A07DDBB4}" srcOrd="1" destOrd="0" presId="urn:microsoft.com/office/officeart/2005/8/layout/cycle8"/>
    <dgm:cxn modelId="{9DF68224-5176-4F8B-A4F2-95C8FC105280}" type="presOf" srcId="{97A20FD5-8B3B-4D63-97D1-B714FDE67A83}" destId="{3B3DCDCF-B379-4BE6-A8C7-6837BFC6781C}" srcOrd="1" destOrd="0" presId="urn:microsoft.com/office/officeart/2005/8/layout/cycle8"/>
    <dgm:cxn modelId="{69C16964-C96A-4BA4-976A-F990947E897A}" type="presOf" srcId="{A3E8AFAD-32BB-4CCD-82CF-422DEFF137CB}" destId="{E772B39E-DC85-401B-8DEA-D0067639966C}" srcOrd="0" destOrd="0" presId="urn:microsoft.com/office/officeart/2005/8/layout/cycle8"/>
    <dgm:cxn modelId="{2264A530-7A45-4076-9A58-F5E68EADEC74}" type="presParOf" srcId="{77BCE4FB-7B0F-4505-8A2B-A80256516D4F}" destId="{5149BA17-D329-4E03-A3F7-F457EA99E870}" srcOrd="0" destOrd="0" presId="urn:microsoft.com/office/officeart/2005/8/layout/cycle8"/>
    <dgm:cxn modelId="{8ADCC6C4-0510-4447-86BF-90DEA9F41AB4}" type="presParOf" srcId="{77BCE4FB-7B0F-4505-8A2B-A80256516D4F}" destId="{2A2F7483-4CCC-45E7-8ED8-7C6E4895508F}" srcOrd="1" destOrd="0" presId="urn:microsoft.com/office/officeart/2005/8/layout/cycle8"/>
    <dgm:cxn modelId="{5E3D0314-78B9-4543-80F7-F014258AB23B}" type="presParOf" srcId="{77BCE4FB-7B0F-4505-8A2B-A80256516D4F}" destId="{AA2BC6BD-35E6-4C1E-BCB5-40FC65F0FBF0}" srcOrd="2" destOrd="0" presId="urn:microsoft.com/office/officeart/2005/8/layout/cycle8"/>
    <dgm:cxn modelId="{23CDAB67-CED6-4127-A78F-D5E7D4B06E44}" type="presParOf" srcId="{77BCE4FB-7B0F-4505-8A2B-A80256516D4F}" destId="{7F4FBDEC-612F-45D0-8AA0-E4DB7592D096}" srcOrd="3" destOrd="0" presId="urn:microsoft.com/office/officeart/2005/8/layout/cycle8"/>
    <dgm:cxn modelId="{55707596-BC96-4E0C-B024-5AD2136C42C8}" type="presParOf" srcId="{77BCE4FB-7B0F-4505-8A2B-A80256516D4F}" destId="{E772B39E-DC85-401B-8DEA-D0067639966C}" srcOrd="4" destOrd="0" presId="urn:microsoft.com/office/officeart/2005/8/layout/cycle8"/>
    <dgm:cxn modelId="{E2F064E7-FAEE-429F-9008-AE147C06A369}" type="presParOf" srcId="{77BCE4FB-7B0F-4505-8A2B-A80256516D4F}" destId="{5ECDCB57-E648-42DC-B697-16F28EED5DA2}" srcOrd="5" destOrd="0" presId="urn:microsoft.com/office/officeart/2005/8/layout/cycle8"/>
    <dgm:cxn modelId="{1DA05541-A161-498F-8D37-459542F4BF17}" type="presParOf" srcId="{77BCE4FB-7B0F-4505-8A2B-A80256516D4F}" destId="{7E2366A9-385A-48E1-B9C9-EB741784EE67}" srcOrd="6" destOrd="0" presId="urn:microsoft.com/office/officeart/2005/8/layout/cycle8"/>
    <dgm:cxn modelId="{59A9592E-577C-413E-B08A-5B130AA24223}" type="presParOf" srcId="{77BCE4FB-7B0F-4505-8A2B-A80256516D4F}" destId="{98339CF5-46B3-4167-8516-33F0E2B6BC79}" srcOrd="7" destOrd="0" presId="urn:microsoft.com/office/officeart/2005/8/layout/cycle8"/>
    <dgm:cxn modelId="{5597CE11-70F4-4A5F-8DB9-CF2E4CFED529}" type="presParOf" srcId="{77BCE4FB-7B0F-4505-8A2B-A80256516D4F}" destId="{1EE271D6-C03C-42B9-A2C9-4B7007A60C8F}" srcOrd="8" destOrd="0" presId="urn:microsoft.com/office/officeart/2005/8/layout/cycle8"/>
    <dgm:cxn modelId="{BF96A9DC-FA36-4195-A98C-63631BCD78F3}" type="presParOf" srcId="{77BCE4FB-7B0F-4505-8A2B-A80256516D4F}" destId="{C00AACF1-1D75-42FF-AB8D-4F509B3DC3B7}" srcOrd="9" destOrd="0" presId="urn:microsoft.com/office/officeart/2005/8/layout/cycle8"/>
    <dgm:cxn modelId="{5701F0F8-4048-4085-9D98-F4E67E2374F9}" type="presParOf" srcId="{77BCE4FB-7B0F-4505-8A2B-A80256516D4F}" destId="{EE9E2598-6F46-4337-BB93-5063894AF518}" srcOrd="10" destOrd="0" presId="urn:microsoft.com/office/officeart/2005/8/layout/cycle8"/>
    <dgm:cxn modelId="{4CC0862A-351C-42A7-B6A3-76345CB2DC78}" type="presParOf" srcId="{77BCE4FB-7B0F-4505-8A2B-A80256516D4F}" destId="{AD0A0ECD-C80A-4FDD-BBF0-09D4A07DDBB4}" srcOrd="11" destOrd="0" presId="urn:microsoft.com/office/officeart/2005/8/layout/cycle8"/>
    <dgm:cxn modelId="{81714842-141F-49DC-9878-A42E8AB2129E}" type="presParOf" srcId="{77BCE4FB-7B0F-4505-8A2B-A80256516D4F}" destId="{82EF065D-CACA-489E-B66F-4B155C46FF50}" srcOrd="12" destOrd="0" presId="urn:microsoft.com/office/officeart/2005/8/layout/cycle8"/>
    <dgm:cxn modelId="{E3A886C0-503D-46F9-BA80-6F9FD83D76DA}" type="presParOf" srcId="{77BCE4FB-7B0F-4505-8A2B-A80256516D4F}" destId="{70DD4CD6-0516-411F-8CE2-A4EC80CFFE1E}" srcOrd="13" destOrd="0" presId="urn:microsoft.com/office/officeart/2005/8/layout/cycle8"/>
    <dgm:cxn modelId="{21525760-0439-46D4-A32D-EC3F7BE0A206}" type="presParOf" srcId="{77BCE4FB-7B0F-4505-8A2B-A80256516D4F}" destId="{EF215D7E-FF3F-4639-AEF2-4B3846E14F9E}" srcOrd="14" destOrd="0" presId="urn:microsoft.com/office/officeart/2005/8/layout/cycle8"/>
    <dgm:cxn modelId="{1D33A97E-EEA7-4C0C-8111-0F4C16D61A8A}" type="presParOf" srcId="{77BCE4FB-7B0F-4505-8A2B-A80256516D4F}" destId="{3B3DCDCF-B379-4BE6-A8C7-6837BFC6781C}" srcOrd="15" destOrd="0" presId="urn:microsoft.com/office/officeart/2005/8/layout/cycle8"/>
    <dgm:cxn modelId="{CD9E3D83-FA41-430F-9C7F-C46996C96228}" type="presParOf" srcId="{77BCE4FB-7B0F-4505-8A2B-A80256516D4F}" destId="{1879E091-720B-44F1-8E9B-31DDA26A5643}" srcOrd="16" destOrd="0" presId="urn:microsoft.com/office/officeart/2005/8/layout/cycle8"/>
    <dgm:cxn modelId="{30600F6A-276C-429D-A5B4-7BC12F535A50}" type="presParOf" srcId="{77BCE4FB-7B0F-4505-8A2B-A80256516D4F}" destId="{FFB2569F-9DEC-4625-B5D2-7C8FC9894BF7}" srcOrd="17" destOrd="0" presId="urn:microsoft.com/office/officeart/2005/8/layout/cycle8"/>
    <dgm:cxn modelId="{3CFAE7EA-7803-4C57-811D-31A483F47763}" type="presParOf" srcId="{77BCE4FB-7B0F-4505-8A2B-A80256516D4F}" destId="{04676565-DB01-4ABE-A5BB-03C1BA39DAE5}" srcOrd="18" destOrd="0" presId="urn:microsoft.com/office/officeart/2005/8/layout/cycle8"/>
    <dgm:cxn modelId="{D5C8E375-742C-4FFE-8241-DDE2400857F8}" type="presParOf" srcId="{77BCE4FB-7B0F-4505-8A2B-A80256516D4F}" destId="{A7889618-0A4C-4F71-95AF-C2CCA29314DD}" srcOrd="19" destOrd="0" presId="urn:microsoft.com/office/officeart/2005/8/layout/cycle8"/>
    <dgm:cxn modelId="{537806C8-8A37-4A94-8E79-8D38BDE67D80}" type="presParOf" srcId="{77BCE4FB-7B0F-4505-8A2B-A80256516D4F}" destId="{92BEC899-665B-47C2-9D94-8735C6978EF7}" srcOrd="20" destOrd="0" presId="urn:microsoft.com/office/officeart/2005/8/layout/cycle8"/>
    <dgm:cxn modelId="{E7FB650B-1835-49B5-990A-75EE4BE3895F}" type="presParOf" srcId="{77BCE4FB-7B0F-4505-8A2B-A80256516D4F}" destId="{61BC305B-8AAB-452B-857E-5595A5DEB2F8}" srcOrd="21" destOrd="0" presId="urn:microsoft.com/office/officeart/2005/8/layout/cycle8"/>
    <dgm:cxn modelId="{50442553-8317-403F-90D2-92E6F855BA8A}" type="presParOf" srcId="{77BCE4FB-7B0F-4505-8A2B-A80256516D4F}" destId="{12F8D43D-3A4F-44EE-8891-D27FFF108BD7}" srcOrd="22" destOrd="0" presId="urn:microsoft.com/office/officeart/2005/8/layout/cycle8"/>
    <dgm:cxn modelId="{5DB92C0C-C98A-48AD-8E96-C347D7A3E931}" type="presParOf" srcId="{77BCE4FB-7B0F-4505-8A2B-A80256516D4F}" destId="{C9A2C19B-B97F-4B58-A98F-E7D3A710F1DA}" srcOrd="23" destOrd="0" presId="urn:microsoft.com/office/officeart/2005/8/layout/cycle8"/>
    <dgm:cxn modelId="{D1F3447C-7FFA-4E1C-BB3F-A00F93CA3A34}" type="presParOf" srcId="{77BCE4FB-7B0F-4505-8A2B-A80256516D4F}" destId="{55799562-D20A-4D81-BB35-3A655D1D9EEE}" srcOrd="2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976664" cy="4984328"/>
        <a:chOff x="0" y="0"/>
        <a:chExt cx="5976664" cy="4984328"/>
      </a:xfrm>
    </dsp:grpSpPr>
    <dsp:sp modelId="{FD81FA5C-65D4-E54C-ACFD-BF4EB9CD9278}">
      <dsp:nvSpPr>
        <dsp:cNvPr id="5" name="矩形 4"/>
        <dsp:cNvSpPr/>
      </dsp:nvSpPr>
      <dsp:spPr bwMode="white">
        <a:xfrm>
          <a:off x="0" y="1180692"/>
          <a:ext cx="5976664" cy="927100"/>
        </a:xfrm>
        <a:prstGeom prst="rect">
          <a:avLst/>
        </a:prstGeom>
      </dsp:spPr>
      <dsp:style>
        <a:lnRef idx="1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63855" tIns="458216" rIns="463855" bIns="142240" anchor="t"/>
        <a:lstStyle>
          <a:lvl1pPr algn="l">
            <a:defRPr sz="2200"/>
          </a:lvl1pPr>
          <a:lvl2pPr marL="228600" indent="-228600" algn="l">
            <a:defRPr sz="2200"/>
          </a:lvl2pPr>
          <a:lvl3pPr marL="457200" indent="-228600" algn="l">
            <a:defRPr sz="2200"/>
          </a:lvl3pPr>
          <a:lvl4pPr marL="685800" indent="-228600" algn="l">
            <a:defRPr sz="2200"/>
          </a:lvl4pPr>
          <a:lvl5pPr marL="914400" indent="-228600" algn="l">
            <a:defRPr sz="2200"/>
          </a:lvl5pPr>
          <a:lvl6pPr marL="1143000" indent="-228600" algn="l">
            <a:defRPr sz="2200"/>
          </a:lvl6pPr>
          <a:lvl7pPr marL="1371600" indent="-228600" algn="l">
            <a:defRPr sz="2200"/>
          </a:lvl7pPr>
          <a:lvl8pPr marL="1600200" indent="-228600" algn="l">
            <a:defRPr sz="2200"/>
          </a:lvl8pPr>
          <a:lvl9pPr marL="1828800" indent="-228600" algn="l">
            <a:defRPr sz="22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dirty="0" smtClean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令评委感受到能力程度</a:t>
          </a:r>
          <a:endParaRPr lang="zh-CN" altLang="en-US" sz="2000" dirty="0">
            <a:solidFill>
              <a:schemeClr val="dk1"/>
            </a:solidFill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sp:txBody>
      <dsp:txXfrm>
        <a:off x="0" y="1180692"/>
        <a:ext cx="5976664" cy="927100"/>
      </dsp:txXfrm>
    </dsp:sp>
    <dsp:sp modelId="{10E554AA-8118-7941-B4A9-7657006FC81E}">
      <dsp:nvSpPr>
        <dsp:cNvPr id="4" name="圆角矩形 3"/>
        <dsp:cNvSpPr/>
      </dsp:nvSpPr>
      <dsp:spPr bwMode="white">
        <a:xfrm>
          <a:off x="298833" y="1039602"/>
          <a:ext cx="4183665" cy="465811"/>
        </a:xfrm>
        <a:prstGeom prst="round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/>
        </a:fillRef>
        <a:effectRef idx="1">
          <a:scrgbClr r="0" g="0" b="0"/>
        </a:effectRef>
        <a:fontRef idx="minor">
          <a:schemeClr val="dk1"/>
        </a:fontRef>
      </dsp:style>
      <dsp:txBody>
        <a:bodyPr lIns="158132" tIns="0" rIns="158132" bIns="0" anchor="ctr"/>
        <a:lstStyle>
          <a:lvl1pPr algn="l">
            <a:defRPr sz="22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目的</a:t>
          </a:r>
          <a:endParaRPr lang="zh-CN" altLang="en-US" dirty="0"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sp:txBody>
      <dsp:txXfrm>
        <a:off x="298833" y="1039602"/>
        <a:ext cx="4183665" cy="465811"/>
      </dsp:txXfrm>
    </dsp:sp>
    <dsp:sp modelId="{AE512961-0ED2-9F4C-9206-BD5D07AAD7B2}">
      <dsp:nvSpPr>
        <dsp:cNvPr id="8" name="矩形 7"/>
        <dsp:cNvSpPr/>
      </dsp:nvSpPr>
      <dsp:spPr bwMode="white">
        <a:xfrm>
          <a:off x="0" y="2895913"/>
          <a:ext cx="5976664" cy="1536700"/>
        </a:xfrm>
        <a:prstGeom prst="rect">
          <a:avLst/>
        </a:prstGeom>
      </dsp:spPr>
      <dsp:style>
        <a:lnRef idx="1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63855" tIns="458216" rIns="463855" bIns="142240" anchor="t"/>
        <a:lstStyle>
          <a:lvl1pPr algn="l">
            <a:defRPr sz="2200"/>
          </a:lvl1pPr>
          <a:lvl2pPr marL="228600" indent="-228600" algn="l">
            <a:defRPr sz="2200"/>
          </a:lvl2pPr>
          <a:lvl3pPr marL="457200" indent="-228600" algn="l">
            <a:defRPr sz="2200"/>
          </a:lvl3pPr>
          <a:lvl4pPr marL="685800" indent="-228600" algn="l">
            <a:defRPr sz="2200"/>
          </a:lvl4pPr>
          <a:lvl5pPr marL="914400" indent="-228600" algn="l">
            <a:defRPr sz="2200"/>
          </a:lvl5pPr>
          <a:lvl6pPr marL="1143000" indent="-228600" algn="l">
            <a:defRPr sz="2200"/>
          </a:lvl6pPr>
          <a:lvl7pPr marL="1371600" indent="-228600" algn="l">
            <a:defRPr sz="2200"/>
          </a:lvl7pPr>
          <a:lvl8pPr marL="1600200" indent="-228600" algn="l">
            <a:defRPr sz="2200"/>
          </a:lvl8pPr>
          <a:lvl9pPr marL="1828800" indent="-228600" algn="l">
            <a:defRPr sz="22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dirty="0" smtClean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举出事例后，从情景、行为、影响、结果及反思</a:t>
          </a:r>
          <a:r>
            <a:rPr lang="en-US" altLang="zh-CN" sz="2000" dirty="0" smtClean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5</a:t>
          </a:r>
          <a:r>
            <a:rPr lang="zh-CN" altLang="en-US" sz="2000" dirty="0" smtClean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个方面进行展示（“管理和发展人才”除外）</a:t>
          </a:r>
          <a:endParaRPr lang="zh-CN" altLang="en-US" sz="2000" dirty="0">
            <a:solidFill>
              <a:schemeClr val="dk1"/>
            </a:solidFill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sp:txBody>
      <dsp:txXfrm>
        <a:off x="0" y="2895913"/>
        <a:ext cx="5976664" cy="1536700"/>
      </dsp:txXfrm>
    </dsp:sp>
    <dsp:sp modelId="{6570029C-9640-F04D-8B05-11DACD78F705}">
      <dsp:nvSpPr>
        <dsp:cNvPr id="7" name="圆角矩形 6"/>
        <dsp:cNvSpPr/>
      </dsp:nvSpPr>
      <dsp:spPr bwMode="white">
        <a:xfrm>
          <a:off x="298833" y="2860485"/>
          <a:ext cx="4183665" cy="506154"/>
        </a:xfrm>
        <a:prstGeom prst="round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/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58132" tIns="0" rIns="158132" bIns="0" anchor="ctr"/>
        <a:lstStyle>
          <a:lvl1pPr algn="l">
            <a:defRPr sz="22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各能力展示：请用</a:t>
          </a:r>
          <a:r>
            <a: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STAR</a:t>
          </a:r>
          <a:r>
            <a:rPr lang="en-US" altLang="zh-CN" dirty="0">
              <a:solidFill>
                <a:schemeClr val="tx1"/>
              </a:solidFill>
              <a:sym typeface="+mn-ea"/>
            </a:rPr>
            <a:t>T</a:t>
          </a:r>
          <a:r>
            <a:rPr lang="zh-CN" altLang="en-US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rPr>
            <a:t>结构</a:t>
          </a:r>
          <a:endParaRPr lang="zh-CN" altLang="en-US" dirty="0"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endParaRPr>
        </a:p>
      </dsp:txBody>
      <dsp:txXfrm>
        <a:off x="298833" y="2860485"/>
        <a:ext cx="4183665" cy="506154"/>
      </dsp:txXfrm>
    </dsp:sp>
    <dsp:sp modelId="{490510FE-3397-B64E-B167-FF7BD06B8E59}">
      <dsp:nvSpPr>
        <dsp:cNvPr id="3" name="矩形 2" hidden="1"/>
        <dsp:cNvSpPr/>
      </dsp:nvSpPr>
      <dsp:spPr>
        <a:xfrm>
          <a:off x="0" y="1039602"/>
          <a:ext cx="298833" cy="465811"/>
        </a:xfrm>
        <a:prstGeom prst="rect">
          <a:avLst/>
        </a:prstGeom>
      </dsp:spPr>
      <dsp:txXfrm>
        <a:off x="0" y="1039602"/>
        <a:ext cx="298833" cy="465811"/>
      </dsp:txXfrm>
    </dsp:sp>
    <dsp:sp modelId="{5D3520AE-EB87-E244-B97A-225CBBADA8FA}">
      <dsp:nvSpPr>
        <dsp:cNvPr id="6" name="矩形 5" hidden="1"/>
        <dsp:cNvSpPr/>
      </dsp:nvSpPr>
      <dsp:spPr>
        <a:xfrm>
          <a:off x="0" y="2226592"/>
          <a:ext cx="298833" cy="506154"/>
        </a:xfrm>
        <a:prstGeom prst="rect">
          <a:avLst/>
        </a:prstGeom>
      </dsp:spPr>
      <dsp:txXfrm>
        <a:off x="0" y="2226592"/>
        <a:ext cx="298833" cy="5061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828551" cy="2828551"/>
        <a:chOff x="0" y="0"/>
        <a:chExt cx="2828551" cy="2828551"/>
      </a:xfrm>
    </dsp:grpSpPr>
    <dsp:sp modelId="{5149BA17-D329-4E03-A3F7-F457EA99E870}">
      <dsp:nvSpPr>
        <dsp:cNvPr id="3" name="饼形 2"/>
        <dsp:cNvSpPr/>
      </dsp:nvSpPr>
      <dsp:spPr bwMode="white">
        <a:xfrm>
          <a:off x="1063728" y="175087"/>
          <a:ext cx="2375983" cy="2375983"/>
        </a:xfrm>
        <a:prstGeom prst="pie">
          <a:avLst>
            <a:gd name="adj1" fmla="val 16200000"/>
            <a:gd name="adj2" fmla="val 20520000"/>
          </a:avLst>
        </a:prstGeom>
      </dsp:spPr>
      <dsp:style>
        <a:lnRef idx="0">
          <a:schemeClr val="lt1"/>
        </a:lnRef>
        <a:fillRef idx="3">
          <a:schemeClr val="accent2"/>
        </a:fillRef>
        <a:effectRef idx="3">
          <a:scrgbClr r="0" g="0" b="0"/>
        </a:effectRef>
        <a:fontRef idx="minor">
          <a:schemeClr val="lt1"/>
        </a:fontRef>
      </dsp:style>
      <dsp:txBody>
        <a:bodyPr lIns="30480" tIns="30480" rIns="30480" bIns="30480" anchor="ctr"/>
        <a:lstStyle>
          <a:lvl1pPr algn="ctr">
            <a:defRPr sz="2400"/>
          </a:lvl1pPr>
          <a:lvl2pPr marL="171450" indent="-171450" algn="ctr">
            <a:defRPr sz="1800"/>
          </a:lvl2pPr>
          <a:lvl3pPr marL="342900" indent="-171450" algn="ctr">
            <a:defRPr sz="1800"/>
          </a:lvl3pPr>
          <a:lvl4pPr marL="514350" indent="-171450" algn="ctr">
            <a:defRPr sz="1800"/>
          </a:lvl4pPr>
          <a:lvl5pPr marL="685800" indent="-171450" algn="ctr">
            <a:defRPr sz="1800"/>
          </a:lvl5pPr>
          <a:lvl6pPr marL="857250" indent="-171450" algn="ctr">
            <a:defRPr sz="1800"/>
          </a:lvl6pPr>
          <a:lvl7pPr marL="1028700" indent="-171450" algn="ctr">
            <a:defRPr sz="1800"/>
          </a:lvl7pPr>
          <a:lvl8pPr marL="1200150" indent="-171450" algn="ctr">
            <a:defRPr sz="1800"/>
          </a:lvl8pPr>
          <a:lvl9pPr marL="1371600" indent="-171450" algn="ctr">
            <a:defRPr sz="1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 smtClean="0">
              <a:latin typeface="微软雅黑" panose="020B0503020204020204" charset="-122"/>
              <a:ea typeface="微软雅黑" panose="020B0503020204020204" charset="-122"/>
            </a:rPr>
            <a:t>情景</a:t>
          </a:r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1063728" y="175087"/>
        <a:ext cx="2375983" cy="2375983"/>
      </dsp:txXfrm>
    </dsp:sp>
    <dsp:sp modelId="{E772B39E-DC85-401B-8DEA-D0067639966C}">
      <dsp:nvSpPr>
        <dsp:cNvPr id="4" name="饼形 3"/>
        <dsp:cNvSpPr/>
      </dsp:nvSpPr>
      <dsp:spPr bwMode="white">
        <a:xfrm>
          <a:off x="1084094" y="238447"/>
          <a:ext cx="2375983" cy="2375983"/>
        </a:xfrm>
        <a:prstGeom prst="pie">
          <a:avLst>
            <a:gd name="adj1" fmla="val 20520000"/>
            <a:gd name="adj2" fmla="val 3240000"/>
          </a:avLst>
        </a:prstGeom>
      </dsp:spPr>
      <dsp:style>
        <a:lnRef idx="0">
          <a:schemeClr val="lt1"/>
        </a:lnRef>
        <a:fillRef idx="3">
          <a:schemeClr val="accent3"/>
        </a:fillRef>
        <a:effectRef idx="3">
          <a:scrgbClr r="0" g="0" b="0"/>
        </a:effectRef>
        <a:fontRef idx="minor">
          <a:schemeClr val="lt1"/>
        </a:fontRef>
      </dsp:style>
      <dsp:txBody>
        <a:bodyPr lIns="30480" tIns="30480" rIns="30480" bIns="30480" anchor="ctr"/>
        <a:lstStyle>
          <a:lvl1pPr algn="ctr">
            <a:defRPr sz="2400"/>
          </a:lvl1pPr>
          <a:lvl2pPr marL="171450" indent="-171450" algn="ctr">
            <a:defRPr sz="1800"/>
          </a:lvl2pPr>
          <a:lvl3pPr marL="342900" indent="-171450" algn="ctr">
            <a:defRPr sz="1800"/>
          </a:lvl3pPr>
          <a:lvl4pPr marL="514350" indent="-171450" algn="ctr">
            <a:defRPr sz="1800"/>
          </a:lvl4pPr>
          <a:lvl5pPr marL="685800" indent="-171450" algn="ctr">
            <a:defRPr sz="1800"/>
          </a:lvl5pPr>
          <a:lvl6pPr marL="857250" indent="-171450" algn="ctr">
            <a:defRPr sz="1800"/>
          </a:lvl6pPr>
          <a:lvl7pPr marL="1028700" indent="-171450" algn="ctr">
            <a:defRPr sz="1800"/>
          </a:lvl7pPr>
          <a:lvl8pPr marL="1200150" indent="-171450" algn="ctr">
            <a:defRPr sz="1800"/>
          </a:lvl8pPr>
          <a:lvl9pPr marL="1371600" indent="-171450" algn="ctr">
            <a:defRPr sz="1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 smtClean="0">
              <a:latin typeface="微软雅黑" panose="020B0503020204020204" charset="-122"/>
              <a:ea typeface="微软雅黑" panose="020B0503020204020204" charset="-122"/>
            </a:rPr>
            <a:t>行为</a:t>
          </a:r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1084094" y="238447"/>
        <a:ext cx="2375983" cy="2375983"/>
      </dsp:txXfrm>
    </dsp:sp>
    <dsp:sp modelId="{1EE271D6-C03C-42B9-A2C9-4B7007A60C8F}">
      <dsp:nvSpPr>
        <dsp:cNvPr id="5" name="饼形 4"/>
        <dsp:cNvSpPr/>
      </dsp:nvSpPr>
      <dsp:spPr bwMode="white">
        <a:xfrm>
          <a:off x="1030351" y="277481"/>
          <a:ext cx="2375983" cy="2375983"/>
        </a:xfrm>
        <a:prstGeom prst="pie">
          <a:avLst>
            <a:gd name="adj1" fmla="val 3240000"/>
            <a:gd name="adj2" fmla="val 7560000"/>
          </a:avLst>
        </a:prstGeom>
      </dsp:spPr>
      <dsp:style>
        <a:lnRef idx="0">
          <a:schemeClr val="lt1"/>
        </a:lnRef>
        <a:fillRef idx="3">
          <a:schemeClr val="accent4"/>
        </a:fillRef>
        <a:effectRef idx="3">
          <a:scrgbClr r="0" g="0" b="0"/>
        </a:effectRef>
        <a:fontRef idx="minor">
          <a:schemeClr val="lt1"/>
        </a:fontRef>
      </dsp:style>
      <dsp:txBody>
        <a:bodyPr lIns="30480" tIns="30480" rIns="30480" bIns="30480" anchor="ctr"/>
        <a:lstStyle>
          <a:lvl1pPr algn="ctr">
            <a:defRPr sz="2400"/>
          </a:lvl1pPr>
          <a:lvl2pPr marL="171450" indent="-171450" algn="ctr">
            <a:defRPr sz="1800"/>
          </a:lvl2pPr>
          <a:lvl3pPr marL="342900" indent="-171450" algn="ctr">
            <a:defRPr sz="1800"/>
          </a:lvl3pPr>
          <a:lvl4pPr marL="514350" indent="-171450" algn="ctr">
            <a:defRPr sz="1800"/>
          </a:lvl4pPr>
          <a:lvl5pPr marL="685800" indent="-171450" algn="ctr">
            <a:defRPr sz="1800"/>
          </a:lvl5pPr>
          <a:lvl6pPr marL="857250" indent="-171450" algn="ctr">
            <a:defRPr sz="1800"/>
          </a:lvl6pPr>
          <a:lvl7pPr marL="1028700" indent="-171450" algn="ctr">
            <a:defRPr sz="1800"/>
          </a:lvl7pPr>
          <a:lvl8pPr marL="1200150" indent="-171450" algn="ctr">
            <a:defRPr sz="1800"/>
          </a:lvl8pPr>
          <a:lvl9pPr marL="1371600" indent="-171450" algn="ctr">
            <a:defRPr sz="1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 smtClean="0">
              <a:latin typeface="微软雅黑" panose="020B0503020204020204" charset="-122"/>
              <a:ea typeface="微软雅黑" panose="020B0503020204020204" charset="-122"/>
            </a:rPr>
            <a:t>影响</a:t>
          </a:r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1030351" y="277481"/>
        <a:ext cx="2375983" cy="2375983"/>
      </dsp:txXfrm>
    </dsp:sp>
    <dsp:sp modelId="{82EF065D-CACA-489E-B66F-4B155C46FF50}">
      <dsp:nvSpPr>
        <dsp:cNvPr id="6" name="饼形 5"/>
        <dsp:cNvSpPr/>
      </dsp:nvSpPr>
      <dsp:spPr bwMode="white">
        <a:xfrm>
          <a:off x="976609" y="238447"/>
          <a:ext cx="2375983" cy="2375983"/>
        </a:xfrm>
        <a:prstGeom prst="pie">
          <a:avLst>
            <a:gd name="adj1" fmla="val 7560000"/>
            <a:gd name="adj2" fmla="val 11880000"/>
          </a:avLst>
        </a:prstGeom>
      </dsp:spPr>
      <dsp:style>
        <a:lnRef idx="0">
          <a:schemeClr val="lt1"/>
        </a:lnRef>
        <a:fillRef idx="3">
          <a:schemeClr val="accent5"/>
        </a:fillRef>
        <a:effectRef idx="3">
          <a:scrgbClr r="0" g="0" b="0"/>
        </a:effectRef>
        <a:fontRef idx="minor">
          <a:schemeClr val="lt1"/>
        </a:fontRef>
      </dsp:style>
      <dsp:txBody>
        <a:bodyPr lIns="30480" tIns="30480" rIns="30480" bIns="30480" anchor="ctr"/>
        <a:lstStyle>
          <a:lvl1pPr algn="ctr">
            <a:defRPr sz="2400"/>
          </a:lvl1pPr>
          <a:lvl2pPr marL="171450" indent="-171450" algn="ctr">
            <a:defRPr sz="1800"/>
          </a:lvl2pPr>
          <a:lvl3pPr marL="342900" indent="-171450" algn="ctr">
            <a:defRPr sz="1800"/>
          </a:lvl3pPr>
          <a:lvl4pPr marL="514350" indent="-171450" algn="ctr">
            <a:defRPr sz="1800"/>
          </a:lvl4pPr>
          <a:lvl5pPr marL="685800" indent="-171450" algn="ctr">
            <a:defRPr sz="1800"/>
          </a:lvl5pPr>
          <a:lvl6pPr marL="857250" indent="-171450" algn="ctr">
            <a:defRPr sz="1800"/>
          </a:lvl6pPr>
          <a:lvl7pPr marL="1028700" indent="-171450" algn="ctr">
            <a:defRPr sz="1800"/>
          </a:lvl7pPr>
          <a:lvl8pPr marL="1200150" indent="-171450" algn="ctr">
            <a:defRPr sz="1800"/>
          </a:lvl8pPr>
          <a:lvl9pPr marL="1371600" indent="-171450" algn="ctr">
            <a:defRPr sz="1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 smtClean="0">
              <a:latin typeface="微软雅黑" panose="020B0503020204020204" charset="-122"/>
              <a:ea typeface="微软雅黑" panose="020B0503020204020204" charset="-122"/>
            </a:rPr>
            <a:t>结果</a:t>
          </a:r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976609" y="238447"/>
        <a:ext cx="2375983" cy="2375983"/>
      </dsp:txXfrm>
    </dsp:sp>
    <dsp:sp modelId="{1879E091-720B-44F1-8E9B-31DDA26A5643}">
      <dsp:nvSpPr>
        <dsp:cNvPr id="7" name="饼形 6"/>
        <dsp:cNvSpPr/>
      </dsp:nvSpPr>
      <dsp:spPr bwMode="white">
        <a:xfrm>
          <a:off x="996974" y="175087"/>
          <a:ext cx="2375983" cy="2375983"/>
        </a:xfrm>
        <a:prstGeom prst="pie">
          <a:avLst>
            <a:gd name="adj1" fmla="val 11880000"/>
            <a:gd name="adj2" fmla="val 16200000"/>
          </a:avLst>
        </a:prstGeom>
      </dsp:spPr>
      <dsp:style>
        <a:lnRef idx="0">
          <a:schemeClr val="lt1"/>
        </a:lnRef>
        <a:fillRef idx="3">
          <a:schemeClr val="accent6"/>
        </a:fillRef>
        <a:effectRef idx="3">
          <a:scrgbClr r="0" g="0" b="0"/>
        </a:effectRef>
        <a:fontRef idx="minor">
          <a:schemeClr val="lt1"/>
        </a:fontRef>
      </dsp:style>
      <dsp:txBody>
        <a:bodyPr lIns="30480" tIns="30480" rIns="30480" bIns="30480" anchor="ctr"/>
        <a:lstStyle>
          <a:lvl1pPr algn="ctr">
            <a:defRPr sz="2400"/>
          </a:lvl1pPr>
          <a:lvl2pPr marL="171450" indent="-171450" algn="ctr">
            <a:defRPr sz="1800"/>
          </a:lvl2pPr>
          <a:lvl3pPr marL="342900" indent="-171450" algn="ctr">
            <a:defRPr sz="1800"/>
          </a:lvl3pPr>
          <a:lvl4pPr marL="514350" indent="-171450" algn="ctr">
            <a:defRPr sz="1800"/>
          </a:lvl4pPr>
          <a:lvl5pPr marL="685800" indent="-171450" algn="ctr">
            <a:defRPr sz="1800"/>
          </a:lvl5pPr>
          <a:lvl6pPr marL="857250" indent="-171450" algn="ctr">
            <a:defRPr sz="1800"/>
          </a:lvl6pPr>
          <a:lvl7pPr marL="1028700" indent="-171450" algn="ctr">
            <a:defRPr sz="1800"/>
          </a:lvl7pPr>
          <a:lvl8pPr marL="1200150" indent="-171450" algn="ctr">
            <a:defRPr sz="1800"/>
          </a:lvl8pPr>
          <a:lvl9pPr marL="1371600" indent="-171450" algn="ctr">
            <a:defRPr sz="1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 smtClean="0">
              <a:latin typeface="微软雅黑" panose="020B0503020204020204" charset="-122"/>
              <a:ea typeface="微软雅黑" panose="020B0503020204020204" charset="-122"/>
            </a:rPr>
            <a:t>反思</a:t>
          </a:r>
          <a:endParaRPr lang="zh-CN" altLang="en-US" b="1" dirty="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996974" y="175087"/>
        <a:ext cx="2375983" cy="2375983"/>
      </dsp:txXfrm>
    </dsp:sp>
    <dsp:sp modelId="{92BEC899-665B-47C2-9D94-8735C6978EF7}">
      <dsp:nvSpPr>
        <dsp:cNvPr id="8" name="环形箭头 7"/>
        <dsp:cNvSpPr/>
      </dsp:nvSpPr>
      <dsp:spPr bwMode="white">
        <a:xfrm>
          <a:off x="932937" y="44408"/>
          <a:ext cx="2637341" cy="2637341"/>
        </a:xfrm>
        <a:prstGeom prst="circularArrow">
          <a:avLst>
            <a:gd name="adj1" fmla="val 5000"/>
            <a:gd name="adj2" fmla="val 360000"/>
            <a:gd name="adj3" fmla="val 20159889"/>
            <a:gd name="adj4" fmla="val 16200323"/>
            <a:gd name="adj5" fmla="val 5500"/>
          </a:avLst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3">
          <a:schemeClr val="accent2"/>
        </a:fillRef>
        <a:effectRef idx="3">
          <a:scrgbClr r="0" g="0" b="0"/>
        </a:effectRef>
        <a:fontRef idx="minor">
          <a:schemeClr val="lt1"/>
        </a:fontRef>
      </dsp:style>
      <dsp:txXfrm>
        <a:off x="932937" y="44408"/>
        <a:ext cx="2637341" cy="2637341"/>
      </dsp:txXfrm>
    </dsp:sp>
    <dsp:sp modelId="{61BC305B-8AAB-452B-857E-5595A5DEB2F8}">
      <dsp:nvSpPr>
        <dsp:cNvPr id="9" name="环形箭头 8"/>
        <dsp:cNvSpPr/>
      </dsp:nvSpPr>
      <dsp:spPr bwMode="white">
        <a:xfrm>
          <a:off x="953579" y="107747"/>
          <a:ext cx="2637341" cy="2637341"/>
        </a:xfrm>
        <a:prstGeom prst="circularArrow">
          <a:avLst>
            <a:gd name="adj1" fmla="val 5000"/>
            <a:gd name="adj2" fmla="val 360000"/>
            <a:gd name="adj3" fmla="val 2880281"/>
            <a:gd name="adj4" fmla="val 20519952"/>
            <a:gd name="adj5" fmla="val 5500"/>
          </a:avLst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3">
          <a:schemeClr val="accent3"/>
        </a:fillRef>
        <a:effectRef idx="3">
          <a:scrgbClr r="0" g="0" b="0"/>
        </a:effectRef>
        <a:fontRef idx="minor">
          <a:schemeClr val="lt1"/>
        </a:fontRef>
      </dsp:style>
      <dsp:txXfrm>
        <a:off x="953579" y="107747"/>
        <a:ext cx="2637341" cy="2637341"/>
      </dsp:txXfrm>
    </dsp:sp>
    <dsp:sp modelId="{12F8D43D-3A4F-44EE-8891-D27FFF108BD7}">
      <dsp:nvSpPr>
        <dsp:cNvPr id="10" name="环形箭头 9"/>
        <dsp:cNvSpPr/>
      </dsp:nvSpPr>
      <dsp:spPr bwMode="white">
        <a:xfrm>
          <a:off x="899672" y="146900"/>
          <a:ext cx="2637341" cy="2637341"/>
        </a:xfrm>
        <a:prstGeom prst="circularArrow">
          <a:avLst>
            <a:gd name="adj1" fmla="val 5000"/>
            <a:gd name="adj2" fmla="val 360000"/>
            <a:gd name="adj3" fmla="val 7200305"/>
            <a:gd name="adj4" fmla="val 3239694"/>
            <a:gd name="adj5" fmla="val 5500"/>
          </a:avLst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3">
          <a:schemeClr val="accent4"/>
        </a:fillRef>
        <a:effectRef idx="3">
          <a:scrgbClr r="0" g="0" b="0"/>
        </a:effectRef>
        <a:fontRef idx="minor">
          <a:schemeClr val="lt1"/>
        </a:fontRef>
      </dsp:style>
      <dsp:txXfrm>
        <a:off x="899672" y="146900"/>
        <a:ext cx="2637341" cy="2637341"/>
      </dsp:txXfrm>
    </dsp:sp>
    <dsp:sp modelId="{C9A2C19B-B97F-4B58-A98F-E7D3A710F1DA}">
      <dsp:nvSpPr>
        <dsp:cNvPr id="11" name="环形箭头 10"/>
        <dsp:cNvSpPr/>
      </dsp:nvSpPr>
      <dsp:spPr bwMode="white">
        <a:xfrm>
          <a:off x="845765" y="107747"/>
          <a:ext cx="2637341" cy="2637341"/>
        </a:xfrm>
        <a:prstGeom prst="circularArrow">
          <a:avLst>
            <a:gd name="adj1" fmla="val 5000"/>
            <a:gd name="adj2" fmla="val 360000"/>
            <a:gd name="adj3" fmla="val 11520047"/>
            <a:gd name="adj4" fmla="val 7559718"/>
            <a:gd name="adj5" fmla="val 5500"/>
          </a:avLst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3">
          <a:schemeClr val="accent5"/>
        </a:fillRef>
        <a:effectRef idx="3">
          <a:scrgbClr r="0" g="0" b="0"/>
        </a:effectRef>
        <a:fontRef idx="minor">
          <a:schemeClr val="lt1"/>
        </a:fontRef>
      </dsp:style>
      <dsp:txXfrm>
        <a:off x="845765" y="107747"/>
        <a:ext cx="2637341" cy="2637341"/>
      </dsp:txXfrm>
    </dsp:sp>
    <dsp:sp modelId="{55799562-D20A-4D81-BB35-3A655D1D9EEE}">
      <dsp:nvSpPr>
        <dsp:cNvPr id="12" name="环形箭头 11"/>
        <dsp:cNvSpPr/>
      </dsp:nvSpPr>
      <dsp:spPr bwMode="white">
        <a:xfrm>
          <a:off x="866407" y="44408"/>
          <a:ext cx="2637341" cy="2637341"/>
        </a:xfrm>
        <a:prstGeom prst="circularArrow">
          <a:avLst>
            <a:gd name="adj1" fmla="val 5000"/>
            <a:gd name="adj2" fmla="val 360000"/>
            <a:gd name="adj3" fmla="val 15839676"/>
            <a:gd name="adj4" fmla="val 11880110"/>
            <a:gd name="adj5" fmla="val 5500"/>
          </a:avLst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3">
          <a:schemeClr val="accent6"/>
        </a:fillRef>
        <a:effectRef idx="3">
          <a:scrgbClr r="0" g="0" b="0"/>
        </a:effectRef>
        <a:fontRef idx="minor">
          <a:schemeClr val="lt1"/>
        </a:fontRef>
      </dsp:style>
      <dsp:txXfrm>
        <a:off x="866407" y="44408"/>
        <a:ext cx="2637341" cy="26373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ar" val="1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srcNode" val="dummy1a"/>
                  <dgm:param type="dstNode" val="dummy1b"/>
                  <dgm:param type="begSty" val="arr"/>
                  <dgm:param type="endSty" val="noArr"/>
                  <dgm:param type="connRout" val="longCurve"/>
                  <dgm:param type="begPts" val="tL"/>
                  <dgm:param type="endPts" val="tR"/>
                </dgm:alg>
              </dgm:if>
              <dgm:else name="Name175">
                <dgm:alg type="conn">
                  <dgm:param type="srcNode" val="dummy1a"/>
                  <dgm:param type="dstNode" val="dummy1b"/>
                  <dgm:param type="begSty" val="noArr"/>
                  <dgm:param type="endSty" val="arr"/>
                  <dgm:param type="connRout" val="longCurve"/>
                  <dgm:param type="begPts" val="tL"/>
                  <dgm:param type="endPts" val="t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srcNode" val="dummy1a"/>
                  <dgm:param type="dstNode" val="dummy1b"/>
                  <dgm:param type="begSty" val="noArr"/>
                  <dgm:param type="endSty" val="arr"/>
                  <dgm:param type="connRout" val="curve"/>
                  <dgm:param type="begPts" val="tL"/>
                  <dgm:param type="endPts" val="tL"/>
                </dgm:alg>
              </dgm:if>
              <dgm:else name="Name180">
                <dgm:alg type="conn">
                  <dgm:param type="srcNode" val="dummy1a"/>
                  <dgm:param type="dstNode" val="dummy1b"/>
                  <dgm:param type="begSty" val="arr"/>
                  <dgm:param type="endSty" val="noArr"/>
                  <dgm:param type="connRout" val="curve"/>
                  <dgm:param type="begPts" val="tL"/>
                  <dgm:param type="endPts" val="tL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srcNode" val="dummy2a"/>
              <dgm:param type="dstNode" val="dummy2b"/>
              <dgm:param type="begSty" val="noArr"/>
              <dgm:param type="endSty" val="arr"/>
              <dgm:param type="connRout" val="curve"/>
              <dgm:param type="begPts" val="tL"/>
              <dgm:param type="endPts" val="tL"/>
            </dgm:alg>
          </dgm:if>
          <dgm:else name="Name185">
            <dgm:alg type="conn">
              <dgm:param type="srcNode" val="dummy2a"/>
              <dgm:param type="dstNode" val="dummy2b"/>
              <dgm:param type="begSty" val="arr"/>
              <dgm:param type="endSty" val="noArr"/>
              <dgm:param type="connRout" val="curve"/>
              <dgm:param type="begPts" val="tL"/>
              <dgm:param type="endPts" val="tL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srcNode" val="dummy3a"/>
              <dgm:param type="dstNode" val="dummy3b"/>
              <dgm:param type="begSty" val="noArr"/>
              <dgm:param type="endSty" val="arr"/>
              <dgm:param type="connRout" val="curve"/>
              <dgm:param type="begPts" val="tL"/>
              <dgm:param type="endPts" val="tL"/>
            </dgm:alg>
          </dgm:if>
          <dgm:else name="Name189">
            <dgm:alg type="conn">
              <dgm:param type="srcNode" val="dummy3a"/>
              <dgm:param type="dstNode" val="dummy3b"/>
              <dgm:param type="begSty" val="arr"/>
              <dgm:param type="endSty" val="noArr"/>
              <dgm:param type="connRout" val="curve"/>
              <dgm:param type="begPts" val="tL"/>
              <dgm:param type="endPts" val="tL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srcNode" val="dummy4a"/>
              <dgm:param type="dstNode" val="dummy4b"/>
              <dgm:param type="begSty" val="noArr"/>
              <dgm:param type="endSty" val="arr"/>
              <dgm:param type="connRout" val="curve"/>
              <dgm:param type="begPts" val="tL"/>
              <dgm:param type="endPts" val="tL"/>
            </dgm:alg>
          </dgm:if>
          <dgm:else name="Name193">
            <dgm:alg type="conn">
              <dgm:param type="srcNode" val="dummy4a"/>
              <dgm:param type="dstNode" val="dummy4b"/>
              <dgm:param type="begSty" val="arr"/>
              <dgm:param type="endSty" val="noArr"/>
              <dgm:param type="connRout" val="curve"/>
              <dgm:param type="begPts" val="tL"/>
              <dgm:param type="endPts" val="tL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srcNode" val="dummy5a"/>
              <dgm:param type="dstNode" val="dummy5b"/>
              <dgm:param type="begSty" val="noArr"/>
              <dgm:param type="endSty" val="arr"/>
              <dgm:param type="connRout" val="curve"/>
              <dgm:param type="begPts" val="tL"/>
              <dgm:param type="endPts" val="tL"/>
            </dgm:alg>
          </dgm:if>
          <dgm:else name="Name197">
            <dgm:alg type="conn">
              <dgm:param type="srcNode" val="dummy5a"/>
              <dgm:param type="dstNode" val="dummy5b"/>
              <dgm:param type="begSty" val="arr"/>
              <dgm:param type="endSty" val="noArr"/>
              <dgm:param type="connRout" val="curve"/>
              <dgm:param type="begPts" val="tL"/>
              <dgm:param type="endPts" val="tL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srcNode" val="dummy6a"/>
              <dgm:param type="dstNode" val="dummy6b"/>
              <dgm:param type="begSty" val="noArr"/>
              <dgm:param type="endSty" val="arr"/>
              <dgm:param type="connRout" val="curve"/>
              <dgm:param type="begPts" val="tL"/>
              <dgm:param type="endPts" val="tL"/>
            </dgm:alg>
          </dgm:if>
          <dgm:else name="Name201">
            <dgm:alg type="conn">
              <dgm:param type="srcNode" val="dummy6a"/>
              <dgm:param type="dstNode" val="dummy6b"/>
              <dgm:param type="begSty" val="arr"/>
              <dgm:param type="endSty" val="noArr"/>
              <dgm:param type="connRout" val="curve"/>
              <dgm:param type="begPts" val="tL"/>
              <dgm:param type="endPts" val="tL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srcNode" val="dummy7a"/>
              <dgm:param type="dstNode" val="dummy7b"/>
              <dgm:param type="begSty" val="noArr"/>
              <dgm:param type="endSty" val="arr"/>
              <dgm:param type="connRout" val="curve"/>
              <dgm:param type="begPts" val="tL"/>
              <dgm:param type="endPts" val="tL"/>
            </dgm:alg>
          </dgm:if>
          <dgm:else name="Name205">
            <dgm:alg type="conn">
              <dgm:param type="srcNode" val="dummy7a"/>
              <dgm:param type="dstNode" val="dummy7b"/>
              <dgm:param type="begSty" val="arr"/>
              <dgm:param type="endSty" val="noArr"/>
              <dgm:param type="connRout" val="curve"/>
              <dgm:param type="begPts" val="tL"/>
              <dgm:param type="endPts" val="tL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年会主题背景图-无文案-0304-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5" y="0"/>
            <a:ext cx="12190730" cy="6858000"/>
          </a:xfrm>
          <a:prstGeom prst="rect">
            <a:avLst/>
          </a:prstGeom>
        </p:spPr>
      </p:pic>
      <p:pic>
        <p:nvPicPr>
          <p:cNvPr id="8" name="图片 7" descr="E:/超级视觉/企业文化/LOGO/LOGO/2_LOGO文字左右排列/白字(常规使用)/超级视觉 - 白字.png超级视觉 - 白字"/>
          <p:cNvPicPr>
            <a:picLocks noChangeAspect="1"/>
          </p:cNvPicPr>
          <p:nvPr userDrawn="1"/>
        </p:nvPicPr>
        <p:blipFill>
          <a:blip r:embed="rId3"/>
          <a:srcRect l="73" r="73"/>
          <a:stretch>
            <a:fillRect/>
          </a:stretch>
        </p:blipFill>
        <p:spPr>
          <a:xfrm>
            <a:off x="182880" y="245745"/>
            <a:ext cx="2193290" cy="4324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1.jpeg"/><Relationship Id="rId13" Type="http://schemas.openxmlformats.org/officeDocument/2006/relationships/image" Target="../media/image2.png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年会主题背景图-无文案-0304-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35" y="0"/>
            <a:ext cx="12190730" cy="6858000"/>
          </a:xfrm>
          <a:prstGeom prst="rect">
            <a:avLst/>
          </a:prstGeom>
        </p:spPr>
      </p:pic>
      <p:pic>
        <p:nvPicPr>
          <p:cNvPr id="8" name="图片 7" descr="E:/超级视觉/企业文化/LOGO/LOGO/2_LOGO文字左右排列/白字(常规使用)/超级视觉 - 白字.png超级视觉 - 白字"/>
          <p:cNvPicPr>
            <a:picLocks noChangeAspect="1"/>
          </p:cNvPicPr>
          <p:nvPr userDrawn="1"/>
        </p:nvPicPr>
        <p:blipFill>
          <a:blip r:embed="rId13"/>
          <a:srcRect l="73" r="73"/>
          <a:stretch>
            <a:fillRect/>
          </a:stretch>
        </p:blipFill>
        <p:spPr>
          <a:xfrm>
            <a:off x="182880" y="245745"/>
            <a:ext cx="2193290" cy="43243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Font typeface="Arial" panose="020B0604020202020204" pitchFamily="34" charset="0"/>
        <a:buChar char="•"/>
        <a:defRPr sz="2800" b="0" i="0" u="none" kern="1200">
          <a:solidFill>
            <a:srgbClr val="FFFFFF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microsoft.com/office/2007/relationships/hdphoto" Target="../media/image4.wdp"/><Relationship Id="rId3" Type="http://schemas.openxmlformats.org/officeDocument/2006/relationships/tags" Target="../tags/tag2.xml"/><Relationship Id="rId4" Type="http://schemas.openxmlformats.org/officeDocument/2006/relationships/image" Target="../media/image5.jpeg"/><Relationship Id="rId5" Type="http://schemas.openxmlformats.org/officeDocument/2006/relationships/tags" Target="../tags/tag3.xml"/><Relationship Id="rId6" Type="http://schemas.openxmlformats.org/officeDocument/2006/relationships/tags" Target="../tags/tag4.xml"/><Relationship Id="rId7" Type="http://schemas.openxmlformats.org/officeDocument/2006/relationships/tags" Target="../tags/tag5.xml"/><Relationship Id="rId8" Type="http://schemas.openxmlformats.org/officeDocument/2006/relationships/tags" Target="../tags/tag6.xml"/><Relationship Id="rId9" Type="http://schemas.openxmlformats.org/officeDocument/2006/relationships/tags" Target="../tags/tag7.xml"/><Relationship Id="rId10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tags" Target="../tags/tag10.xml"/><Relationship Id="rId4" Type="http://schemas.openxmlformats.org/officeDocument/2006/relationships/tags" Target="../tags/tag11.xml"/><Relationship Id="rId5" Type="http://schemas.openxmlformats.org/officeDocument/2006/relationships/image" Target="../media/image6.png"/><Relationship Id="rId6" Type="http://schemas.openxmlformats.org/officeDocument/2006/relationships/tags" Target="../tags/tag12.xml"/><Relationship Id="rId7" Type="http://schemas.openxmlformats.org/officeDocument/2006/relationships/tags" Target="../tags/tag13.xml"/><Relationship Id="rId8" Type="http://schemas.openxmlformats.org/officeDocument/2006/relationships/tags" Target="../tags/tag14.xml"/><Relationship Id="rId9" Type="http://schemas.openxmlformats.org/officeDocument/2006/relationships/tags" Target="../tags/tag15.xml"/><Relationship Id="rId10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tags" Target="../tags/tag18.xml"/><Relationship Id="rId4" Type="http://schemas.openxmlformats.org/officeDocument/2006/relationships/tags" Target="../tags/tag19.xml"/><Relationship Id="rId5" Type="http://schemas.openxmlformats.org/officeDocument/2006/relationships/tags" Target="../tags/tag20.xml"/><Relationship Id="rId6" Type="http://schemas.openxmlformats.org/officeDocument/2006/relationships/tags" Target="../tags/tag21.xml"/><Relationship Id="rId7" Type="http://schemas.openxmlformats.org/officeDocument/2006/relationships/tags" Target="../tags/tag22.xml"/><Relationship Id="rId8" Type="http://schemas.openxmlformats.org/officeDocument/2006/relationships/tags" Target="../tags/tag23.xml"/><Relationship Id="rId9" Type="http://schemas.openxmlformats.org/officeDocument/2006/relationships/tags" Target="../tags/tag24.xml"/><Relationship Id="rId10" Type="http://schemas.openxmlformats.org/officeDocument/2006/relationships/tags" Target="../tags/tag25.xml"/><Relationship Id="rId11" Type="http://schemas.openxmlformats.org/officeDocument/2006/relationships/tags" Target="../tags/tag26.xml"/><Relationship Id="rId12" Type="http://schemas.openxmlformats.org/officeDocument/2006/relationships/tags" Target="../tags/tag27.xml"/><Relationship Id="rId13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diagramData" Target="../diagrams/data2.xml"/><Relationship Id="rId7" Type="http://schemas.openxmlformats.org/officeDocument/2006/relationships/diagramLayout" Target="../diagrams/layout2.xml"/><Relationship Id="rId8" Type="http://schemas.openxmlformats.org/officeDocument/2006/relationships/diagramQuickStyle" Target="../diagrams/quickStyle2.xml"/><Relationship Id="rId9" Type="http://schemas.openxmlformats.org/officeDocument/2006/relationships/diagramColors" Target="../diagrams/colors2.xml"/><Relationship Id="rId10" Type="http://schemas.microsoft.com/office/2007/relationships/diagramDrawing" Target="../diagrams/drawing2.xml"/><Relationship Id="rId1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273175" y="1492250"/>
          <a:ext cx="9645015" cy="5160645"/>
        </p:xfrm>
        <a:graphic>
          <a:graphicData uri="http://schemas.openxmlformats.org/drawingml/2006/table">
            <a:tbl>
              <a:tblPr firstRow="1">
                <a:tableStyleId>{267682A7-75CB-4E36-A6A3-75C9E163D1E6}</a:tableStyleId>
              </a:tblPr>
              <a:tblGrid>
                <a:gridCol w="1265555"/>
                <a:gridCol w="8379460"/>
              </a:tblGrid>
              <a:tr h="94043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评定</a:t>
                      </a:r>
                      <a:endParaRPr kumimoji="0" lang="zh-CN" altLang="en-US" sz="18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91447" marR="91447" marT="45721" marB="45721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人才评定会聚焦潜力（</a:t>
                      </a:r>
                      <a:r>
                        <a:rPr kumimoji="0" lang="en-US" altLang="zh-CN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</a:t>
                      </a:r>
                      <a:r>
                        <a:rPr kumimoji="0" lang="zh-CN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大能力）评估</a:t>
                      </a:r>
                      <a:endParaRPr kumimoji="0" lang="zh-CN" altLang="en-US" sz="18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请先理解</a:t>
                      </a:r>
                      <a:r>
                        <a:rPr kumimoji="0" lang="en-US" altLang="zh-CN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《5</a:t>
                      </a:r>
                      <a:r>
                        <a:rPr kumimoji="0" lang="zh-CN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大能力及潜力行为定义和描述</a:t>
                      </a:r>
                      <a:r>
                        <a:rPr kumimoji="0" lang="en-US" altLang="zh-CN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》</a:t>
                      </a:r>
                      <a:endParaRPr kumimoji="0" lang="en-US" altLang="zh-CN" sz="18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91447" marR="91447" marT="45721" marB="45721" anchor="ctr" horzOverflow="overflow"/>
                </a:tc>
              </a:tr>
              <a:tr h="5168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时间</a:t>
                      </a:r>
                      <a:endParaRPr kumimoji="0" lang="zh-CN" altLang="en-US" sz="18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91447" marR="91447" marT="45721" marB="45721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述职总时间</a:t>
                      </a:r>
                      <a:r>
                        <a:rPr kumimoji="0" lang="en-US" altLang="zh-CN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</a:t>
                      </a:r>
                      <a:r>
                        <a:rPr kumimoji="0" lang="zh-CN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分钟：建议个人综述</a:t>
                      </a:r>
                      <a:r>
                        <a:rPr kumimoji="0" lang="en-US" altLang="zh-CN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+</a:t>
                      </a:r>
                      <a:r>
                        <a:rPr kumimoji="0" lang="zh-CN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工作成果不超过</a:t>
                      </a:r>
                      <a:r>
                        <a:rPr kumimoji="0" lang="en-US" altLang="zh-CN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</a:t>
                      </a:r>
                      <a:r>
                        <a:rPr kumimoji="0" lang="zh-CN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分钟，</a:t>
                      </a:r>
                      <a:r>
                        <a:rPr kumimoji="0" lang="en-US" altLang="zh-CN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</a:t>
                      </a:r>
                      <a:r>
                        <a:rPr kumimoji="0" lang="zh-CN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大能力约</a:t>
                      </a:r>
                      <a:r>
                        <a:rPr kumimoji="0" lang="en-US" altLang="zh-CN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</a:t>
                      </a:r>
                      <a:r>
                        <a:rPr kumimoji="0" lang="zh-CN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钟</a:t>
                      </a:r>
                      <a:endParaRPr kumimoji="0" lang="zh-CN" altLang="en-US" sz="18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91447" marR="91447" marT="45721" marB="45721" anchor="ctr" horzOverflow="overflow"/>
                </a:tc>
              </a:tr>
              <a:tr h="450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内容</a:t>
                      </a:r>
                      <a:endParaRPr kumimoji="0" lang="zh-CN" altLang="en-US" sz="1800" u="none" strike="noStrike" cap="none" normalizeH="0" baseline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91447" marR="91447" marT="45721" marB="45721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框架参照本模版，可增加呈现内容</a:t>
                      </a:r>
                      <a:endParaRPr kumimoji="0" lang="zh-CN" altLang="en-US" sz="18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91447" marR="91447" marT="45721" marB="45721" anchor="ctr" horzOverflow="overflow"/>
                </a:tc>
              </a:tr>
              <a:tr h="231203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呈现</a:t>
                      </a:r>
                      <a:endParaRPr kumimoji="0" lang="zh-CN" altLang="en-US" sz="1800" u="none" strike="noStrike" cap="none" normalizeH="0" baseline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91447" marR="91447" marT="45721" marB="45721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r>
                        <a:rPr kumimoji="0" lang="zh-CN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、工作成果呈现，如呈现团队成绩，需呈现个人在团队中的角色；</a:t>
                      </a:r>
                      <a:endParaRPr kumimoji="0" lang="en-US" altLang="zh-CN" sz="18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r>
                        <a:rPr kumimoji="0" lang="zh-CN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、</a:t>
                      </a:r>
                      <a:r>
                        <a:rPr kumimoji="0" lang="en-US" altLang="zh-CN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</a:t>
                      </a:r>
                      <a:r>
                        <a:rPr kumimoji="0" lang="zh-CN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大能力项所有项目都需呈现；</a:t>
                      </a:r>
                      <a:endParaRPr kumimoji="0" lang="en-US" altLang="zh-CN" sz="18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</a:t>
                      </a:r>
                      <a:r>
                        <a:rPr kumimoji="0" lang="zh-CN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、</a:t>
                      </a:r>
                      <a:r>
                        <a:rPr kumimoji="0" lang="zh-CN" altLang="en-US" sz="18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各能力展示，请用</a:t>
                      </a:r>
                      <a:r>
                        <a:rPr kumimoji="0" lang="en-US" altLang="zh-CN" sz="18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STAR</a:t>
                      </a:r>
                      <a:r>
                        <a:rPr kumimoji="0" lang="zh-CN" altLang="en-US" sz="18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结构：</a:t>
                      </a:r>
                      <a:r>
                        <a:rPr lang="zh-CN" altLang="en-US" sz="1800" dirty="0" smtClean="0"/>
                        <a:t>举出事例后，从情景、行为、影响、结果及反思</a:t>
                      </a:r>
                      <a:r>
                        <a:rPr lang="en-US" altLang="zh-CN" sz="1800" dirty="0" smtClean="0"/>
                        <a:t>5</a:t>
                      </a:r>
                      <a:r>
                        <a:rPr lang="zh-CN" altLang="en-US" sz="1800" dirty="0" smtClean="0"/>
                        <a:t>个方面进行展示</a:t>
                      </a:r>
                      <a:endParaRPr lang="zh-CN" altLang="en-US" sz="1800" dirty="0" smtClean="0"/>
                    </a:p>
                  </a:txBody>
                  <a:tcPr marL="91447" marR="91447" marT="45721" marB="45721" anchor="ctr" horzOverflow="overflow"/>
                </a:tc>
              </a:tr>
              <a:tr h="94043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温馨提示</a:t>
                      </a:r>
                      <a:endParaRPr kumimoji="0" lang="zh-CN" altLang="en-US" sz="1800" u="none" strike="noStrike" cap="none" normalizeH="0" baseline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91447" marR="91447" marT="45721" marB="45721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zh-CN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r>
                        <a:rPr kumimoji="0" lang="zh-CN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、关于人才评定的相关事宜请寻求教练（直属上级）的支持</a:t>
                      </a:r>
                      <a:endParaRPr kumimoji="0" lang="en-US" altLang="zh-CN" sz="18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zh-CN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r>
                        <a:rPr kumimoji="0" lang="zh-CN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、详细的补充说明请查看备注栏</a:t>
                      </a:r>
                      <a:endParaRPr kumimoji="0" lang="zh-CN" altLang="en-US" sz="18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91447" marR="91447" marT="45721" marB="45721" anchor="ctr" horzOverflow="overflow"/>
                </a:tc>
              </a:tr>
            </a:tbl>
          </a:graphicData>
        </a:graphic>
      </p:graphicFrame>
      <p:sp>
        <p:nvSpPr>
          <p:cNvPr id="4" name="标题 1"/>
          <p:cNvSpPr txBox="1"/>
          <p:nvPr/>
        </p:nvSpPr>
        <p:spPr bwMode="auto">
          <a:xfrm>
            <a:off x="1981131" y="794365"/>
            <a:ext cx="8229600" cy="417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bg1"/>
                </a:solidFill>
              </a:rPr>
              <a:t>述职说明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 txBox="1"/>
          <p:nvPr/>
        </p:nvSpPr>
        <p:spPr>
          <a:xfrm>
            <a:off x="5087888" y="1157319"/>
            <a:ext cx="4787900" cy="72548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候选人呈现要求</a:t>
            </a:r>
            <a:endParaRPr lang="zh-CN" altLang="en-US" sz="28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Wingdings" panose="05000000000000000000" pitchFamily="2" charset="2"/>
            </a:endParaRPr>
          </a:p>
        </p:txBody>
      </p:sp>
      <p:pic>
        <p:nvPicPr>
          <p:cNvPr id="5" name="图片 1" descr="白板3"/>
          <p:cNvPicPr>
            <a:picLocks noGrp="1" noChangeAspect="1" noChangeArrowheads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4883" b="89844" l="4297" r="96094">
                        <a14:foregroundMark x1="50195" y1="26367" x2="50195" y2="263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962" y="3581532"/>
            <a:ext cx="3194050" cy="276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4"/>
          <p:cNvSpPr txBox="1">
            <a:spLocks noChangeArrowheads="1"/>
          </p:cNvSpPr>
          <p:nvPr/>
        </p:nvSpPr>
        <p:spPr bwMode="auto">
          <a:xfrm rot="20725565">
            <a:off x="9066242" y="4162320"/>
            <a:ext cx="1101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1800" b="1" dirty="0">
                <a:solidFill>
                  <a:schemeClr val="bg1"/>
                </a:solidFill>
              </a:rPr>
              <a:t>SMART</a:t>
            </a:r>
            <a:endParaRPr kumimoji="0" lang="en-US" altLang="zh-CN" sz="1800" b="1" dirty="0">
              <a:solidFill>
                <a:schemeClr val="bg1"/>
              </a:solidFill>
            </a:endParaRPr>
          </a:p>
        </p:txBody>
      </p:sp>
      <p:sp>
        <p:nvSpPr>
          <p:cNvPr id="7" name="TextBox 5"/>
          <p:cNvSpPr txBox="1">
            <a:spLocks noChangeArrowheads="1"/>
          </p:cNvSpPr>
          <p:nvPr/>
        </p:nvSpPr>
        <p:spPr bwMode="auto">
          <a:xfrm rot="566205">
            <a:off x="10752639" y="4108208"/>
            <a:ext cx="99060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1800" b="1" dirty="0">
                <a:solidFill>
                  <a:schemeClr val="bg1"/>
                </a:solidFill>
              </a:rPr>
              <a:t>START`</a:t>
            </a:r>
            <a:endParaRPr kumimoji="0" lang="en-US" altLang="zh-CN" sz="1800" b="1" dirty="0">
              <a:solidFill>
                <a:schemeClr val="bg1"/>
              </a:solidFill>
            </a:endParaRPr>
          </a:p>
        </p:txBody>
      </p:sp>
      <p:pic>
        <p:nvPicPr>
          <p:cNvPr id="8" name="图片 10" descr="QQ截图20120907151706.jp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882" y="3607867"/>
            <a:ext cx="604838" cy="7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11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085007" y="3750742"/>
            <a:ext cx="5000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400" dirty="0">
                <a:solidFill>
                  <a:schemeClr val="bg1"/>
                </a:solidFill>
              </a:rPr>
              <a:t>约</a:t>
            </a:r>
            <a:r>
              <a:rPr kumimoji="0" lang="en-US" altLang="zh-CN" sz="2400" dirty="0">
                <a:solidFill>
                  <a:schemeClr val="bg1"/>
                </a:solidFill>
              </a:rPr>
              <a:t>10</a:t>
            </a:r>
            <a:r>
              <a:rPr kumimoji="0" lang="zh-CN" altLang="en-US" sz="2400" dirty="0">
                <a:solidFill>
                  <a:schemeClr val="bg1"/>
                </a:solidFill>
              </a:rPr>
              <a:t>分钟</a:t>
            </a:r>
            <a:r>
              <a:rPr kumimoji="0" lang="zh-CN" altLang="en-US" sz="2400" b="1" dirty="0">
                <a:solidFill>
                  <a:srgbClr val="FF0000"/>
                </a:solidFill>
              </a:rPr>
              <a:t>简要</a:t>
            </a:r>
            <a:r>
              <a:rPr kumimoji="0" lang="zh-CN" altLang="en-US" sz="2400" dirty="0">
                <a:solidFill>
                  <a:schemeClr val="bg1"/>
                </a:solidFill>
              </a:rPr>
              <a:t>陈述工作成果要点</a:t>
            </a:r>
            <a:endParaRPr kumimoji="0" lang="zh-CN" altLang="en-US" sz="2400" dirty="0">
              <a:solidFill>
                <a:schemeClr val="bg1"/>
              </a:solidFill>
            </a:endParaRPr>
          </a:p>
        </p:txBody>
      </p:sp>
      <p:pic>
        <p:nvPicPr>
          <p:cNvPr id="10" name="图片 12" descr="QQ截图20120907151706.jp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882" y="4904010"/>
            <a:ext cx="604838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5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085007" y="5092141"/>
            <a:ext cx="4730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400" dirty="0">
                <a:solidFill>
                  <a:schemeClr val="bg1"/>
                </a:solidFill>
              </a:rPr>
              <a:t>约</a:t>
            </a:r>
            <a:r>
              <a:rPr kumimoji="0" lang="en-US" altLang="zh-CN" sz="2400" dirty="0">
                <a:solidFill>
                  <a:schemeClr val="bg1"/>
                </a:solidFill>
              </a:rPr>
              <a:t>15</a:t>
            </a:r>
            <a:r>
              <a:rPr kumimoji="0" lang="zh-CN" altLang="en-US" sz="2400" dirty="0">
                <a:solidFill>
                  <a:schemeClr val="bg1"/>
                </a:solidFill>
              </a:rPr>
              <a:t>分钟，重点呈现</a:t>
            </a:r>
            <a:r>
              <a:rPr kumimoji="0" lang="en-US" altLang="zh-CN" sz="2400" dirty="0">
                <a:solidFill>
                  <a:schemeClr val="bg1"/>
                </a:solidFill>
              </a:rPr>
              <a:t>9</a:t>
            </a:r>
            <a:r>
              <a:rPr kumimoji="0" lang="zh-CN" altLang="en-US" sz="2400" dirty="0">
                <a:solidFill>
                  <a:schemeClr val="bg1"/>
                </a:solidFill>
              </a:rPr>
              <a:t>大能力</a:t>
            </a:r>
            <a:endParaRPr kumimoji="0" lang="zh-CN" altLang="en-US" sz="2400" dirty="0">
              <a:solidFill>
                <a:schemeClr val="bg1"/>
              </a:solidFill>
            </a:endParaRPr>
          </a:p>
        </p:txBody>
      </p:sp>
      <p:pic>
        <p:nvPicPr>
          <p:cNvPr id="12" name="图片 17" descr="QQ截图20120907151706.jp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882" y="2383731"/>
            <a:ext cx="604837" cy="7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8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085007" y="2593294"/>
            <a:ext cx="50911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400" dirty="0">
                <a:solidFill>
                  <a:schemeClr val="bg1"/>
                </a:solidFill>
              </a:rPr>
              <a:t>运用</a:t>
            </a:r>
            <a:r>
              <a:rPr kumimoji="0" lang="en-US" altLang="zh-CN" sz="2400" dirty="0">
                <a:solidFill>
                  <a:schemeClr val="bg1"/>
                </a:solidFill>
              </a:rPr>
              <a:t>SMART</a:t>
            </a:r>
            <a:r>
              <a:rPr kumimoji="0" lang="zh-CN" altLang="en-US" sz="2400" dirty="0">
                <a:solidFill>
                  <a:schemeClr val="bg1"/>
                </a:solidFill>
              </a:rPr>
              <a:t>原则、</a:t>
            </a:r>
            <a:r>
              <a:rPr kumimoji="0" lang="en-US" altLang="zh-CN" sz="2400" dirty="0">
                <a:solidFill>
                  <a:schemeClr val="bg1"/>
                </a:solidFill>
              </a:rPr>
              <a:t>START</a:t>
            </a:r>
            <a:r>
              <a:rPr kumimoji="0" lang="zh-CN" altLang="en-US" sz="2400" dirty="0">
                <a:solidFill>
                  <a:schemeClr val="bg1"/>
                </a:solidFill>
              </a:rPr>
              <a:t>方式呈现</a:t>
            </a:r>
            <a:endParaRPr kumimoji="0"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70" y="2007235"/>
            <a:ext cx="12191365" cy="2237740"/>
          </a:xfrm>
        </p:spPr>
        <p:txBody>
          <a:bodyPr>
            <a:noAutofit/>
          </a:bodyPr>
          <a:p>
            <a:pPr algn="ctr"/>
            <a:r>
              <a:rPr lang="zh-CN" altLang="en-US" sz="4800">
                <a:solidFill>
                  <a:schemeClr val="bg1"/>
                </a:solidFill>
              </a:rPr>
              <a:t>述职报告</a:t>
            </a:r>
            <a:br>
              <a:rPr lang="zh-CN" altLang="en-US" sz="3200">
                <a:solidFill>
                  <a:schemeClr val="bg1"/>
                </a:solidFill>
              </a:rPr>
            </a:br>
            <a:r>
              <a:rPr lang="en-US" altLang="zh-CN" sz="3200">
                <a:solidFill>
                  <a:schemeClr val="bg1"/>
                </a:solidFill>
              </a:rPr>
              <a:t>                              </a:t>
            </a:r>
            <a:br>
              <a:rPr lang="en-US" altLang="zh-CN" sz="3200">
                <a:solidFill>
                  <a:schemeClr val="bg1"/>
                </a:solidFill>
              </a:rPr>
            </a:br>
            <a:r>
              <a:rPr lang="en-US" altLang="zh-CN" sz="3200">
                <a:solidFill>
                  <a:schemeClr val="bg1"/>
                </a:solidFill>
              </a:rPr>
              <a:t>                 ——</a:t>
            </a:r>
            <a:r>
              <a:rPr lang="zh-CN" altLang="en-US" sz="3200">
                <a:solidFill>
                  <a:schemeClr val="bg1"/>
                </a:solidFill>
              </a:rPr>
              <a:t>转正评定</a:t>
            </a:r>
            <a:br>
              <a:rPr lang="zh-CN" altLang="en-US" sz="3200">
                <a:solidFill>
                  <a:schemeClr val="bg1"/>
                </a:solidFill>
              </a:rPr>
            </a:br>
            <a:br>
              <a:rPr lang="en-US" altLang="zh-CN" sz="3200">
                <a:solidFill>
                  <a:schemeClr val="bg1"/>
                </a:solidFill>
              </a:rPr>
            </a:br>
            <a:endParaRPr lang="en-US" altLang="zh-CN" sz="3200">
              <a:solidFill>
                <a:schemeClr val="bg1"/>
              </a:solidFill>
            </a:endParaRP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0" y="4356100"/>
            <a:ext cx="12192635" cy="11747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US" altLang="zh-CN" sz="3200">
                <a:solidFill>
                  <a:schemeClr val="bg1"/>
                </a:solidFill>
              </a:rPr>
            </a:br>
            <a:r>
              <a:rPr lang="zh-CN" altLang="en-US" sz="1800">
                <a:solidFill>
                  <a:schemeClr val="bg1"/>
                </a:solidFill>
              </a:rPr>
              <a:t>述职人：</a:t>
            </a:r>
            <a:r>
              <a:rPr lang="en-US" altLang="zh-CN" sz="1800">
                <a:solidFill>
                  <a:schemeClr val="bg1"/>
                </a:solidFill>
              </a:rPr>
              <a:t>谢仕杰</a:t>
            </a:r>
            <a:br>
              <a:rPr lang="en-US" altLang="zh-CN" sz="1800">
                <a:solidFill>
                  <a:schemeClr val="bg1"/>
                </a:solidFill>
              </a:rPr>
            </a:br>
            <a:r>
              <a:rPr lang="en-US" altLang="zh-CN" sz="1800">
                <a:solidFill>
                  <a:schemeClr val="bg1"/>
                </a:solidFill>
              </a:rPr>
              <a:t>                                                                      </a:t>
            </a:r>
            <a:br>
              <a:rPr lang="en-US" altLang="zh-CN" sz="1800">
                <a:solidFill>
                  <a:schemeClr val="bg1"/>
                </a:solidFill>
              </a:rPr>
            </a:br>
            <a:r>
              <a:rPr lang="zh-CN" altLang="en-US" sz="1800">
                <a:solidFill>
                  <a:schemeClr val="bg1"/>
                </a:solidFill>
              </a:rPr>
              <a:t>述职时间：</a:t>
            </a:r>
            <a:r>
              <a:rPr lang="en-US" altLang="zh-CN" sz="1800">
                <a:solidFill>
                  <a:schemeClr val="bg1"/>
                </a:solidFill>
              </a:rPr>
              <a:t>2026_09_30</a:t>
            </a:r>
            <a:br>
              <a:rPr lang="en-US" altLang="zh-CN" sz="3200">
                <a:solidFill>
                  <a:schemeClr val="bg1"/>
                </a:solidFill>
              </a:rPr>
            </a:br>
            <a:endParaRPr lang="en-US" altLang="zh-CN" sz="3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584450" y="3049270"/>
            <a:ext cx="1827530" cy="8343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目录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455410" y="2578735"/>
            <a:ext cx="7324725" cy="11010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个人综述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6455410" y="3604895"/>
            <a:ext cx="5932170" cy="11010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p>
            <a:pPr lvl="0" algn="l">
              <a:lnSpc>
                <a:spcPct val="150000"/>
              </a:lnSpc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试用期</a:t>
            </a: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工作目标及成果</a:t>
            </a:r>
            <a:endParaRPr lang="zh-CN" altLang="en-US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6583045" y="4592955"/>
            <a:ext cx="5307330" cy="11010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p>
            <a:pPr lvl="0" algn="l">
              <a:lnSpc>
                <a:spcPct val="150000"/>
              </a:lnSpc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五大能力自我评价</a:t>
            </a:r>
            <a:endParaRPr lang="zh-CN" altLang="en-US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6466205" y="5510530"/>
            <a:ext cx="3983355" cy="11010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p>
            <a:pPr lvl="0" algn="l">
              <a:lnSpc>
                <a:spcPct val="150000"/>
              </a:lnSpc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转正</a:t>
            </a:r>
            <a:r>
              <a:rPr lang="zh-CN" altLang="en-US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后工作开展思路</a:t>
            </a:r>
            <a:endParaRPr lang="zh-CN" altLang="en-US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155315" y="-23495"/>
            <a:ext cx="685800" cy="2880995"/>
          </a:xfrm>
          <a:prstGeom prst="rect">
            <a:avLst/>
          </a:prstGeom>
          <a:blipFill>
            <a:blip r:embed="rId5"/>
          </a:blipFill>
          <a:ln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731510" y="2415540"/>
            <a:ext cx="724535" cy="4476750"/>
          </a:xfrm>
          <a:prstGeom prst="rect">
            <a:avLst/>
          </a:prstGeom>
          <a:blipFill rotWithShape="1">
            <a:blip r:embed="rId5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6"/>
            </p:custDataLst>
          </p:nvPr>
        </p:nvSpPr>
        <p:spPr>
          <a:xfrm>
            <a:off x="5740400" y="2857500"/>
            <a:ext cx="725805" cy="543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3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</a:t>
            </a:r>
            <a:endParaRPr lang="zh-CN" altLang="en-US" sz="3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5730240" y="3883660"/>
            <a:ext cx="725805" cy="543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3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</a:t>
            </a:r>
            <a:endParaRPr lang="zh-CN" altLang="en-US" sz="3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" name="矩形 15"/>
          <p:cNvSpPr/>
          <p:nvPr>
            <p:custDataLst>
              <p:tags r:id="rId8"/>
            </p:custDataLst>
          </p:nvPr>
        </p:nvSpPr>
        <p:spPr>
          <a:xfrm>
            <a:off x="5730240" y="4871720"/>
            <a:ext cx="725805" cy="543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3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</a:t>
            </a:r>
            <a:endParaRPr lang="zh-CN" altLang="en-US" sz="3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" name="矩形 16"/>
          <p:cNvSpPr/>
          <p:nvPr>
            <p:custDataLst>
              <p:tags r:id="rId9"/>
            </p:custDataLst>
          </p:nvPr>
        </p:nvSpPr>
        <p:spPr>
          <a:xfrm>
            <a:off x="5730240" y="5867400"/>
            <a:ext cx="725805" cy="543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3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四</a:t>
            </a:r>
            <a:endParaRPr lang="zh-CN" altLang="en-US" sz="3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1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sz="quarter" idx="4294967295"/>
          </p:nvPr>
        </p:nvSpPr>
        <p:spPr>
          <a:xfrm>
            <a:off x="512569" y="957014"/>
            <a:ext cx="3886387" cy="430679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2500" b="1" dirty="0" smtClean="0">
                <a:latin typeface="微软雅黑" panose="020B0503020204020204" charset="-122"/>
                <a:ea typeface="微软雅黑" panose="020B0503020204020204" charset="-122"/>
              </a:rPr>
              <a:t>一、个人综述</a:t>
            </a:r>
            <a:endParaRPr lang="zh-CN" altLang="en-US" sz="2500" b="1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"/>
            </p:custDataLst>
          </p:nvPr>
        </p:nvGrpSpPr>
        <p:grpSpPr>
          <a:xfrm>
            <a:off x="512443" y="1743591"/>
            <a:ext cx="5295525" cy="546841"/>
            <a:chOff x="2999656" y="1916832"/>
            <a:chExt cx="6336704" cy="618849"/>
          </a:xfrm>
          <a:solidFill>
            <a:srgbClr val="00B0F0"/>
          </a:solidFill>
        </p:grpSpPr>
        <p:sp>
          <p:nvSpPr>
            <p:cNvPr id="18" name="五边形 17"/>
            <p:cNvSpPr/>
            <p:nvPr>
              <p:custDataLst>
                <p:tags r:id="rId2"/>
              </p:custDataLst>
            </p:nvPr>
          </p:nvSpPr>
          <p:spPr>
            <a:xfrm flipH="1">
              <a:off x="2999656" y="1916832"/>
              <a:ext cx="858702" cy="618849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24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zh-CN" altLang="en-US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五边形 18"/>
            <p:cNvSpPr/>
            <p:nvPr>
              <p:custDataLst>
                <p:tags r:id="rId3"/>
              </p:custDataLst>
            </p:nvPr>
          </p:nvSpPr>
          <p:spPr>
            <a:xfrm flipH="1">
              <a:off x="4006126" y="1916832"/>
              <a:ext cx="4644165" cy="618849"/>
            </a:xfrm>
            <a:prstGeom prst="homePlate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r>
                <a:rPr lang="zh-CN" altLang="en-US" b="1" dirty="0" smtClean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个人简历</a:t>
              </a:r>
              <a:endParaRPr lang="zh-CN" altLang="en-US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任意多边形 19"/>
            <p:cNvSpPr/>
            <p:nvPr/>
          </p:nvSpPr>
          <p:spPr>
            <a:xfrm flipH="1">
              <a:off x="8798060" y="1916832"/>
              <a:ext cx="538300" cy="618849"/>
            </a:xfrm>
            <a:custGeom>
              <a:avLst/>
              <a:gdLst>
                <a:gd name="connsiteX0" fmla="*/ 406047 w 406047"/>
                <a:gd name="connsiteY0" fmla="*/ 0 h 504056"/>
                <a:gd name="connsiteX1" fmla="*/ 0 w 406047"/>
                <a:gd name="connsiteY1" fmla="*/ 0 h 504056"/>
                <a:gd name="connsiteX2" fmla="*/ 137728 w 406047"/>
                <a:gd name="connsiteY2" fmla="*/ 252028 h 504056"/>
                <a:gd name="connsiteX3" fmla="*/ 0 w 406047"/>
                <a:gd name="connsiteY3" fmla="*/ 504056 h 504056"/>
                <a:gd name="connsiteX4" fmla="*/ 406047 w 406047"/>
                <a:gd name="connsiteY4" fmla="*/ 504056 h 50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047" h="504056">
                  <a:moveTo>
                    <a:pt x="406047" y="0"/>
                  </a:moveTo>
                  <a:lnTo>
                    <a:pt x="0" y="0"/>
                  </a:lnTo>
                  <a:lnTo>
                    <a:pt x="137728" y="252028"/>
                  </a:lnTo>
                  <a:lnTo>
                    <a:pt x="0" y="504056"/>
                  </a:lnTo>
                  <a:lnTo>
                    <a:pt x="406047" y="50405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2400" b="1">
                <a:solidFill>
                  <a:srgbClr val="FFFFFF"/>
                </a:solidFill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4"/>
            </p:custDataLst>
          </p:nvPr>
        </p:nvGrpSpPr>
        <p:grpSpPr>
          <a:xfrm>
            <a:off x="512443" y="2761445"/>
            <a:ext cx="5295525" cy="546839"/>
            <a:chOff x="2999656" y="2890982"/>
            <a:chExt cx="6336704" cy="618847"/>
          </a:xfrm>
          <a:solidFill>
            <a:srgbClr val="00B0F0"/>
          </a:solidFill>
        </p:grpSpPr>
        <p:sp>
          <p:nvSpPr>
            <p:cNvPr id="22" name="五边形 21"/>
            <p:cNvSpPr/>
            <p:nvPr>
              <p:custDataLst>
                <p:tags r:id="rId5"/>
              </p:custDataLst>
            </p:nvPr>
          </p:nvSpPr>
          <p:spPr>
            <a:xfrm flipH="1">
              <a:off x="2999656" y="2890982"/>
              <a:ext cx="858702" cy="618847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24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zh-CN" altLang="en-US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五边形 22"/>
            <p:cNvSpPr/>
            <p:nvPr>
              <p:custDataLst>
                <p:tags r:id="rId6"/>
              </p:custDataLst>
            </p:nvPr>
          </p:nvSpPr>
          <p:spPr>
            <a:xfrm flipH="1">
              <a:off x="4006126" y="2890982"/>
              <a:ext cx="4644165" cy="618847"/>
            </a:xfrm>
            <a:prstGeom prst="homePlate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r>
                <a:rPr lang="zh-CN" altLang="en-US" b="1" dirty="0" smtClean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总体评价</a:t>
              </a:r>
              <a:endParaRPr lang="zh-CN" altLang="en-US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任意多边形 23"/>
            <p:cNvSpPr/>
            <p:nvPr/>
          </p:nvSpPr>
          <p:spPr>
            <a:xfrm flipH="1">
              <a:off x="8798060" y="2890982"/>
              <a:ext cx="538300" cy="618847"/>
            </a:xfrm>
            <a:custGeom>
              <a:avLst/>
              <a:gdLst>
                <a:gd name="connsiteX0" fmla="*/ 406047 w 406047"/>
                <a:gd name="connsiteY0" fmla="*/ 0 h 504056"/>
                <a:gd name="connsiteX1" fmla="*/ 0 w 406047"/>
                <a:gd name="connsiteY1" fmla="*/ 0 h 504056"/>
                <a:gd name="connsiteX2" fmla="*/ 137728 w 406047"/>
                <a:gd name="connsiteY2" fmla="*/ 252028 h 504056"/>
                <a:gd name="connsiteX3" fmla="*/ 0 w 406047"/>
                <a:gd name="connsiteY3" fmla="*/ 504056 h 504056"/>
                <a:gd name="connsiteX4" fmla="*/ 406047 w 406047"/>
                <a:gd name="connsiteY4" fmla="*/ 504056 h 50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047" h="504056">
                  <a:moveTo>
                    <a:pt x="406047" y="0"/>
                  </a:moveTo>
                  <a:lnTo>
                    <a:pt x="0" y="0"/>
                  </a:lnTo>
                  <a:lnTo>
                    <a:pt x="137728" y="252028"/>
                  </a:lnTo>
                  <a:lnTo>
                    <a:pt x="0" y="504056"/>
                  </a:lnTo>
                  <a:lnTo>
                    <a:pt x="406047" y="50405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2400" b="1">
                <a:solidFill>
                  <a:srgbClr val="FFFFFF"/>
                </a:solidFill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7"/>
            </p:custDataLst>
          </p:nvPr>
        </p:nvGrpSpPr>
        <p:grpSpPr>
          <a:xfrm>
            <a:off x="512443" y="3779297"/>
            <a:ext cx="5295525" cy="546841"/>
            <a:chOff x="2999656" y="3865129"/>
            <a:chExt cx="6336704" cy="618849"/>
          </a:xfrm>
          <a:solidFill>
            <a:srgbClr val="00B0F0"/>
          </a:solidFill>
        </p:grpSpPr>
        <p:sp>
          <p:nvSpPr>
            <p:cNvPr id="26" name="五边形 25"/>
            <p:cNvSpPr/>
            <p:nvPr>
              <p:custDataLst>
                <p:tags r:id="rId8"/>
              </p:custDataLst>
            </p:nvPr>
          </p:nvSpPr>
          <p:spPr>
            <a:xfrm flipH="1">
              <a:off x="2999656" y="3865129"/>
              <a:ext cx="858702" cy="618849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2400" b="1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zh-CN" altLang="en-US"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五边形 26"/>
            <p:cNvSpPr/>
            <p:nvPr>
              <p:custDataLst>
                <p:tags r:id="rId9"/>
              </p:custDataLst>
            </p:nvPr>
          </p:nvSpPr>
          <p:spPr>
            <a:xfrm flipH="1">
              <a:off x="4006126" y="3865129"/>
              <a:ext cx="4644165" cy="618849"/>
            </a:xfrm>
            <a:prstGeom prst="homePlate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r>
                <a:rPr lang="zh-CN" altLang="en-US" b="1" dirty="0" smtClean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存在改进机会点</a:t>
              </a:r>
              <a:endParaRPr lang="zh-CN" altLang="en-US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任意多边形 27"/>
            <p:cNvSpPr/>
            <p:nvPr/>
          </p:nvSpPr>
          <p:spPr>
            <a:xfrm flipH="1">
              <a:off x="8798060" y="3865129"/>
              <a:ext cx="538300" cy="618849"/>
            </a:xfrm>
            <a:custGeom>
              <a:avLst/>
              <a:gdLst>
                <a:gd name="connsiteX0" fmla="*/ 406047 w 406047"/>
                <a:gd name="connsiteY0" fmla="*/ 0 h 504056"/>
                <a:gd name="connsiteX1" fmla="*/ 0 w 406047"/>
                <a:gd name="connsiteY1" fmla="*/ 0 h 504056"/>
                <a:gd name="connsiteX2" fmla="*/ 137728 w 406047"/>
                <a:gd name="connsiteY2" fmla="*/ 252028 h 504056"/>
                <a:gd name="connsiteX3" fmla="*/ 0 w 406047"/>
                <a:gd name="connsiteY3" fmla="*/ 504056 h 504056"/>
                <a:gd name="connsiteX4" fmla="*/ 406047 w 406047"/>
                <a:gd name="connsiteY4" fmla="*/ 504056 h 50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047" h="504056">
                  <a:moveTo>
                    <a:pt x="406047" y="0"/>
                  </a:moveTo>
                  <a:lnTo>
                    <a:pt x="0" y="0"/>
                  </a:lnTo>
                  <a:lnTo>
                    <a:pt x="137728" y="252028"/>
                  </a:lnTo>
                  <a:lnTo>
                    <a:pt x="0" y="504056"/>
                  </a:lnTo>
                  <a:lnTo>
                    <a:pt x="406047" y="50405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2400" b="1">
                <a:solidFill>
                  <a:srgbClr val="FFFFFF"/>
                </a:solidFill>
              </a:endParaRPr>
            </a:p>
          </p:txBody>
        </p:sp>
      </p:grpSp>
      <p:grpSp>
        <p:nvGrpSpPr>
          <p:cNvPr id="29" name="组合 28"/>
          <p:cNvGrpSpPr/>
          <p:nvPr>
            <p:custDataLst>
              <p:tags r:id="rId10"/>
            </p:custDataLst>
          </p:nvPr>
        </p:nvGrpSpPr>
        <p:grpSpPr>
          <a:xfrm>
            <a:off x="512443" y="4797152"/>
            <a:ext cx="5295525" cy="546839"/>
            <a:chOff x="2999656" y="4839280"/>
            <a:chExt cx="6336704" cy="618847"/>
          </a:xfrm>
          <a:solidFill>
            <a:srgbClr val="00B0F0"/>
          </a:solidFill>
        </p:grpSpPr>
        <p:sp>
          <p:nvSpPr>
            <p:cNvPr id="30" name="五边形 29"/>
            <p:cNvSpPr/>
            <p:nvPr>
              <p:custDataLst>
                <p:tags r:id="rId11"/>
              </p:custDataLst>
            </p:nvPr>
          </p:nvSpPr>
          <p:spPr>
            <a:xfrm flipH="1">
              <a:off x="2999656" y="4839280"/>
              <a:ext cx="858702" cy="618847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24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  <a:endParaRPr lang="zh-CN" altLang="en-US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五边形 30"/>
            <p:cNvSpPr/>
            <p:nvPr>
              <p:custDataLst>
                <p:tags r:id="rId12"/>
              </p:custDataLst>
            </p:nvPr>
          </p:nvSpPr>
          <p:spPr>
            <a:xfrm flipH="1">
              <a:off x="4006126" y="4839280"/>
              <a:ext cx="4644165" cy="618847"/>
            </a:xfrm>
            <a:prstGeom prst="homePlate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r>
                <a:rPr lang="zh-CN" altLang="en-US" b="1" dirty="0" smtClean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自我发展需求</a:t>
              </a:r>
              <a:endParaRPr lang="zh-CN" altLang="en-US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任意多边形 31"/>
            <p:cNvSpPr/>
            <p:nvPr/>
          </p:nvSpPr>
          <p:spPr>
            <a:xfrm flipH="1">
              <a:off x="8798060" y="4839280"/>
              <a:ext cx="538300" cy="618847"/>
            </a:xfrm>
            <a:custGeom>
              <a:avLst/>
              <a:gdLst>
                <a:gd name="connsiteX0" fmla="*/ 406047 w 406047"/>
                <a:gd name="connsiteY0" fmla="*/ 0 h 504056"/>
                <a:gd name="connsiteX1" fmla="*/ 0 w 406047"/>
                <a:gd name="connsiteY1" fmla="*/ 0 h 504056"/>
                <a:gd name="connsiteX2" fmla="*/ 137728 w 406047"/>
                <a:gd name="connsiteY2" fmla="*/ 252028 h 504056"/>
                <a:gd name="connsiteX3" fmla="*/ 0 w 406047"/>
                <a:gd name="connsiteY3" fmla="*/ 504056 h 504056"/>
                <a:gd name="connsiteX4" fmla="*/ 406047 w 406047"/>
                <a:gd name="connsiteY4" fmla="*/ 504056 h 50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047" h="504056">
                  <a:moveTo>
                    <a:pt x="406047" y="0"/>
                  </a:moveTo>
                  <a:lnTo>
                    <a:pt x="0" y="0"/>
                  </a:lnTo>
                  <a:lnTo>
                    <a:pt x="137728" y="252028"/>
                  </a:lnTo>
                  <a:lnTo>
                    <a:pt x="0" y="504056"/>
                  </a:lnTo>
                  <a:lnTo>
                    <a:pt x="406047" y="50405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2400" b="1">
                <a:solidFill>
                  <a:srgbClr val="FFFFFF"/>
                </a:solidFill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6096000" y="1549400"/>
            <a:ext cx="5651500" cy="44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 b="1">
                <a:latin typeface="微软雅黑"/>
                <a:ea typeface="微软雅黑"/>
                <a:cs typeface="微软雅黑"/>
              </a:rPr>
              <a:t>01　个人简历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000" b="0">
                <a:latin typeface="微软雅黑"/>
                <a:ea typeface="微软雅黑"/>
                <a:cs typeface="微软雅黑"/>
              </a:rPr>
              <a:t>谢仕杰 ｜ 测试工程师 ｜ 深圳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000" b="0">
                <a:latin typeface="微软雅黑"/>
                <a:ea typeface="微软雅黑"/>
                <a:cs typeface="微软雅黑"/>
              </a:rPr>
              <a:t>试用期：2026年7月 — 2026年9月（3个月）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000" b="0">
                <a:latin typeface="微软雅黑"/>
                <a:ea typeface="微软雅黑"/>
                <a:cs typeface="微软雅黑"/>
              </a:rPr>
              <a:t>负责「斯诺克大师」国内 App 的质量保障：需求评审、用例设计、冒烟与回归测试、缺陷跟踪闭环、发布前检查。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 b="1">
                <a:latin typeface="微软雅黑"/>
                <a:ea typeface="微软雅黑"/>
                <a:cs typeface="微软雅黑"/>
              </a:rPr>
              <a:t>02　总体评价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000" b="0">
                <a:latin typeface="微软雅黑"/>
                <a:ea typeface="微软雅黑"/>
                <a:cs typeface="微软雅黑"/>
              </a:rPr>
              <a:t>试用期内独立承担 v1.0.0、v1.0.1 两个迭代的测试工作，覆盖功能、兼容性、跨端一致性与数据正确性。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000" b="0">
                <a:latin typeface="微软雅黑"/>
                <a:ea typeface="微软雅黑"/>
                <a:cs typeface="微软雅黑"/>
              </a:rPr>
              <a:t>缺陷定位不只停留在功能层，习惯追到数据库与接口层验证，多次发现表面通过但数据不一致的隐患。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 b="1">
                <a:latin typeface="微软雅黑"/>
                <a:ea typeface="微软雅黑"/>
                <a:cs typeface="微软雅黑"/>
              </a:rPr>
              <a:t>03　存在改进机会点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000" b="0">
                <a:latin typeface="微软雅黑"/>
                <a:ea typeface="微软雅黑"/>
                <a:cs typeface="微软雅黑"/>
              </a:rPr>
              <a:t>① 自动化测试覆盖不足，回归仍以手工为主，周期偏长；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000" b="0">
                <a:latin typeface="微软雅黑"/>
                <a:ea typeface="微软雅黑"/>
                <a:cs typeface="微软雅黑"/>
              </a:rPr>
              <a:t>② 接口与服务端的验证介入偏晚，问题多在功能测试阶段才暴露；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000" b="0">
                <a:latin typeface="微软雅黑"/>
                <a:ea typeface="微软雅黑"/>
                <a:cs typeface="微软雅黑"/>
              </a:rPr>
              <a:t>③ 跨端（App / 小程序 / 海外版）协同验证尚未形成固定机制。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 b="1">
                <a:latin typeface="微软雅黑"/>
                <a:ea typeface="微软雅黑"/>
                <a:cs typeface="微软雅黑"/>
              </a:rPr>
              <a:t>04　自我发展需求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000" b="0">
                <a:latin typeface="微软雅黑"/>
                <a:ea typeface="微软雅黑"/>
                <a:cs typeface="微软雅黑"/>
              </a:rPr>
              <a:t>① 补齐接口自动化与性能压测能力，缩短回归周期；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000" b="0">
                <a:latin typeface="微软雅黑"/>
                <a:ea typeface="微软雅黑"/>
                <a:cs typeface="微软雅黑"/>
              </a:rPr>
              <a:t>② 深入业务数据链路，提升数据一致性测试的专业度；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000" b="0">
                <a:latin typeface="微软雅黑"/>
                <a:ea typeface="微软雅黑"/>
                <a:cs typeface="微软雅黑"/>
              </a:rPr>
              <a:t>③ 提升需求阶段的风险识别能力，把质量问题前移。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sz="quarter" idx="4294967295"/>
          </p:nvPr>
        </p:nvSpPr>
        <p:spPr>
          <a:xfrm>
            <a:off x="511525" y="853176"/>
            <a:ext cx="5872507" cy="430679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二、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试用期工作目标及成果罗列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23570" y="1690370"/>
            <a:ext cx="10673715" cy="461581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lnSpc>
                <a:spcPct val="108000"/>
              </a:lnSpc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sz="1100" b="1">
                <a:latin typeface="微软雅黑"/>
                <a:ea typeface="微软雅黑"/>
                <a:cs typeface="微软雅黑"/>
              </a:rPr>
              <a:t>1　迭代缺陷全生命周期跟进</a:t>
            </a:r>
            <a:endParaRPr lang="en-US" altLang="zh-CN" sz="2000" b="1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00" b="0">
                <a:latin typeface="微软雅黑"/>
                <a:ea typeface="微软雅黑"/>
                <a:cs typeface="微软雅黑"/>
              </a:rPr>
              <a:t>v1.0.0 迭代跟进缺陷 62 个，v1.0.1 迭代持续跟踪至收口；建立按严重等级与状态的分类跟进机制，个人独立承担，未出现长期挂起。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1">
                <a:latin typeface="微软雅黑"/>
                <a:ea typeface="微软雅黑"/>
                <a:cs typeface="微软雅黑"/>
              </a:rPr>
              <a:t>2　冒烟测试体系化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00" b="0">
                <a:latin typeface="微软雅黑"/>
                <a:ea typeface="微软雅黑"/>
                <a:cs typeface="微软雅黑"/>
              </a:rPr>
              <a:t>梳理 8 大核心模块、32 条冒烟用例，形成标准报告模板；另出 HTML 版邮件模板，解决报告粘贴到邮箱后排版错乱的问题，可直接复用。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1">
                <a:latin typeface="微软雅黑"/>
                <a:ea typeface="微软雅黑"/>
                <a:cs typeface="微软雅黑"/>
              </a:rPr>
              <a:t>3　账号注销数据残留深度排查（亮点）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00" b="0">
                <a:latin typeface="微软雅黑"/>
                <a:ea typeface="微软雅黑"/>
                <a:cs typeface="微软雅黑"/>
              </a:rPr>
              <a:t>功能层已提示注销成功，我追到数据库比对 5 张关联表，发现 video_order 残留 68 条、video_coupon_record 5 条、token 未失效等问题；并定位到同一 open_id 反复注册产生 17 个 user_id 的数据割裂风险。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1">
                <a:latin typeface="微软雅黑"/>
                <a:ea typeface="微软雅黑"/>
                <a:cs typeface="微软雅黑"/>
              </a:rPr>
              <a:t>4　跨端统计口径统一（亮点）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00" b="0">
                <a:latin typeface="微软雅黑"/>
                <a:ea typeface="微软雅黑"/>
                <a:cs typeface="微软雅黑"/>
              </a:rPr>
              <a:t>将 App「场统计/技术统计」数值不一致与小程序平均犯规恒为 0 两个缺陷归并为同一根因，与产品对齐后确定 3 个字段统一保留一位小数，推动三端交叉验证后闭环。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1">
                <a:latin typeface="微软雅黑"/>
                <a:ea typeface="微软雅黑"/>
                <a:cs typeface="微软雅黑"/>
              </a:rPr>
              <a:t>5　缺陷同步自动化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00" b="0">
                <a:latin typeface="微软雅黑"/>
                <a:ea typeface="微软雅黑"/>
                <a:cs typeface="微软雅黑"/>
              </a:rPr>
              <a:t>将 TAPD 缺陷查询与汇总脚本化，配置每天 16:00 自动向企微推送当日待办简报，替代人工逐条筛选整理。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1">
                <a:latin typeface="微软雅黑"/>
                <a:ea typeface="微软雅黑"/>
                <a:cs typeface="微软雅黑"/>
              </a:rPr>
              <a:t>6　生产与海外版遗留问题专项清理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00" b="0">
                <a:latin typeface="微软雅黑"/>
                <a:ea typeface="微软雅黑"/>
                <a:cs typeface="微软雅黑"/>
              </a:rPr>
              <a:t>集中清理历史遗留缺陷，推动跨版本问题的责任划分与收口，避免遗留问题滚入下一迭代。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1">
                <a:latin typeface="微软雅黑"/>
                <a:ea typeface="微软雅黑"/>
                <a:cs typeface="微软雅黑"/>
              </a:rPr>
              <a:t>7　测试资产沉淀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00" b="0">
                <a:latin typeface="微软雅黑"/>
                <a:ea typeface="微软雅黑"/>
                <a:cs typeface="微软雅黑"/>
              </a:rPr>
              <a:t>输出测试用例、缺陷描述、冒烟/回归/发布检查清单、邮件报告等多套模板，供团队直接复用，统一输出口径。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1">
                <a:latin typeface="微软雅黑"/>
                <a:ea typeface="微软雅黑"/>
                <a:cs typeface="微软雅黑"/>
              </a:rPr>
              <a:t>8　个人在团队中的角色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00" b="0">
                <a:latin typeface="微软雅黑"/>
                <a:ea typeface="微软雅黑"/>
                <a:cs typeface="微软雅黑"/>
              </a:rPr>
              <a:t>上述工作均由本人独立承担：需求评审参与、用例设计与执行、缺陷定位与跟踪、回归验证、发布前检查全程负责；跨端口径类问题由本人发起并组织产品、开发对齐。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Group 68"/>
          <p:cNvGraphicFramePr/>
          <p:nvPr>
            <p:custDataLst>
              <p:tags r:id="rId1"/>
            </p:custDataLst>
          </p:nvPr>
        </p:nvGraphicFramePr>
        <p:xfrm>
          <a:off x="550545" y="1412875"/>
          <a:ext cx="5186045" cy="3933190"/>
        </p:xfrm>
        <a:graphic>
          <a:graphicData uri="http://schemas.openxmlformats.org/drawingml/2006/table">
            <a:tbl>
              <a:tblPr firstRow="1" firstCol="1">
                <a:tableStyleId>{81737C0E-AEBB-4A5D-9132-5AE929D4473D}</a:tableStyleId>
              </a:tblPr>
              <a:tblGrid>
                <a:gridCol w="2792095"/>
                <a:gridCol w="1196975"/>
                <a:gridCol w="1196975"/>
              </a:tblGrid>
              <a:tr h="7315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关键绩效行为</a:t>
                      </a:r>
                      <a:endParaRPr kumimoji="0" lang="zh-CN" altLang="en-US" sz="24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91435" marR="91435" marT="45725" marB="45725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杰出</a:t>
                      </a:r>
                      <a:endParaRPr kumimoji="0" lang="zh-CN" altLang="en-US" sz="2400" u="none" strike="noStrike" cap="none" normalizeH="0" baseline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91435" marR="91435" marT="45725" marB="45725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良好</a:t>
                      </a:r>
                      <a:endParaRPr kumimoji="0" lang="zh-CN" altLang="en-US" sz="2400" u="none" strike="noStrike" cap="none" normalizeH="0" baseline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91435" marR="91435" marT="45725" marB="45725" anchor="ctr" horzOverflow="overflow"/>
                </a:tc>
              </a:tr>
              <a:tr h="64071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高效</a:t>
                      </a:r>
                      <a:endParaRPr kumimoji="0" lang="zh-CN" altLang="en-US" sz="24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91435" marR="91435" marT="45725" marB="45725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r>
                        <a:t>√</a:t>
                      </a:r>
                    </a:p>
                  </a:txBody>
                  <a:tcPr marL="91435" marR="91435" marT="45725" marB="45725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/>
                  </a:txBody>
                  <a:tcPr marL="91435" marR="91435" marT="45725" marB="45725" anchor="ctr" horzOverflow="overflow"/>
                </a:tc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谦逊</a:t>
                      </a:r>
                      <a:endParaRPr kumimoji="0" lang="zh-CN" altLang="en-US" sz="24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91435" marR="91435" marT="45725" marB="45725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/>
                  </a:txBody>
                  <a:tcPr marL="91435" marR="91435" marT="45725" marB="45725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r>
                        <a:t>√</a:t>
                      </a:r>
                    </a:p>
                  </a:txBody>
                  <a:tcPr marL="91435" marR="91435" marT="45725" marB="45725" anchor="ctr" horzOverflow="overflow"/>
                </a:tc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务实</a:t>
                      </a:r>
                      <a:endParaRPr kumimoji="0" lang="zh-CN" altLang="en-US" sz="2400" u="none" strike="noStrike" cap="none" normalizeH="0" baseline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91435" marR="91435" marT="45725" marB="45725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r>
                        <a:t>√</a:t>
                      </a:r>
                    </a:p>
                  </a:txBody>
                  <a:tcPr marL="91435" marR="91435" marT="45725" marB="45725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/>
                  </a:txBody>
                  <a:tcPr marL="91435" marR="91435" marT="45725" marB="45725" anchor="ctr" horzOverflow="overflow"/>
                </a:tc>
              </a:tr>
              <a:tr h="64071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创新</a:t>
                      </a:r>
                      <a:endParaRPr kumimoji="0" lang="zh-CN" altLang="en-US" sz="2400" u="none" strike="noStrike" cap="none" normalizeH="0" baseline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91435" marR="91435" marT="45725" marB="45725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/>
                  </a:txBody>
                  <a:tcPr marL="91435" marR="91435" marT="45725" marB="45725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r>
                        <a:t>√</a:t>
                      </a:r>
                    </a:p>
                  </a:txBody>
                  <a:tcPr marL="91435" marR="91435" marT="45725" marB="45725" anchor="ctr" horzOverflow="overflow"/>
                </a:tc>
              </a:tr>
              <a:tr h="640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长期主义</a:t>
                      </a:r>
                      <a:endParaRPr kumimoji="0" lang="zh-CN" altLang="en-US" sz="2400" u="none" strike="noStrike" cap="none" normalizeH="0" baseline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91435" marR="91435" marT="45725" marB="45725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/>
                  </a:txBody>
                  <a:tcPr marL="91435" marR="91435" marT="45725" marB="45725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8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defRPr>
                      </a:lvl9pPr>
                    </a:lstStyle>
                    <a:p>
                      <a:r>
                        <a:t>√</a:t>
                      </a:r>
                    </a:p>
                  </a:txBody>
                  <a:tcPr marL="91435" marR="91435" marT="45725" marB="45725" anchor="ctr" horzOverflow="overflow"/>
                </a:tc>
              </a:tr>
            </a:tbl>
          </a:graphicData>
        </a:graphic>
      </p:graphicFrame>
      <p:sp>
        <p:nvSpPr>
          <p:cNvPr id="5" name="圆角矩形 4"/>
          <p:cNvSpPr>
            <a:spLocks noChangeArrowheads="1"/>
          </p:cNvSpPr>
          <p:nvPr/>
        </p:nvSpPr>
        <p:spPr bwMode="auto">
          <a:xfrm>
            <a:off x="6247130" y="1117600"/>
            <a:ext cx="4599940" cy="4228465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 fontAlgn="auto">
              <a:lnSpc>
                <a:spcPct val="150000"/>
              </a:lnSpc>
              <a:spcBef>
                <a:spcPts val="600"/>
              </a:spcBef>
              <a:defRPr/>
            </a:pPr>
            <a:r>
              <a:rPr kumimoji="0" lang="zh-CN" altLang="en-US" sz="18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填写说明：</a:t>
            </a:r>
            <a:endParaRPr kumimoji="0" lang="en-US" altLang="zh-CN" sz="18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spcBef>
                <a:spcPts val="600"/>
              </a:spcBef>
              <a:defRPr/>
            </a:pPr>
            <a:r>
              <a:rPr kumimoji="0" lang="en-US" altLang="zh-CN" sz="18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kumimoji="0" lang="zh-CN" altLang="en-US" sz="18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请根据自身情况在对应的能力项栏目中打“√”</a:t>
            </a:r>
            <a:endParaRPr kumimoji="0" lang="zh-CN" altLang="en-US" sz="18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spcBef>
                <a:spcPts val="600"/>
              </a:spcBef>
              <a:defRPr/>
            </a:pPr>
            <a:r>
              <a:rPr kumimoji="0" lang="en-US" altLang="zh-CN" sz="18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kumimoji="0" lang="zh-CN" altLang="en-US" sz="18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在五大能力中挑选三个关键绩效行为按照自评呈现要求进行阐述</a:t>
            </a:r>
            <a:endParaRPr kumimoji="0" lang="zh-CN" altLang="en-US" sz="18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spcBef>
                <a:spcPts val="600"/>
              </a:spcBef>
              <a:defRPr/>
            </a:pPr>
            <a:r>
              <a:rPr kumimoji="0" lang="en-US" altLang="zh-CN" sz="18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kumimoji="0" lang="zh-CN" altLang="en-US" sz="18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述职时请删除该文本框说明内容</a:t>
            </a:r>
            <a:endParaRPr kumimoji="0" lang="zh-CN" altLang="en-US" sz="1800" b="1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51384" y="750625"/>
            <a:ext cx="636651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三、五大能力自评呈现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关键绩效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行为）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55000">
              <a:srgbClr val="D2DCF2">
                <a:alpha val="100000"/>
              </a:srgb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3599384" y="385500"/>
            <a:ext cx="37388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五大能力自评</a:t>
            </a:r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呈现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要求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" name="图表 3"/>
          <p:cNvGraphicFramePr/>
          <p:nvPr/>
        </p:nvGraphicFramePr>
        <p:xfrm>
          <a:off x="332756" y="1469477"/>
          <a:ext cx="5976664" cy="4984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8" name="直接连接符 7"/>
          <p:cNvSpPr/>
          <p:nvPr/>
        </p:nvSpPr>
        <p:spPr>
          <a:xfrm>
            <a:off x="6600056" y="1412776"/>
            <a:ext cx="0" cy="504056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tint val="5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 sz="1600"/>
          </a:p>
        </p:txBody>
      </p:sp>
      <p:sp>
        <p:nvSpPr>
          <p:cNvPr id="9" name="文本框 8"/>
          <p:cNvSpPr txBox="1"/>
          <p:nvPr/>
        </p:nvSpPr>
        <p:spPr>
          <a:xfrm>
            <a:off x="7104112" y="4581128"/>
            <a:ext cx="4698223" cy="1565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情景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：事例发生的情景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行为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T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：你是如何处理的？怎么做的？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影响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：你的行为对这件事的影响是什么？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结果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R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：结果怎样？效果如何？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反思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T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：从这件事情当中你学到了什么？</a:t>
            </a:r>
            <a:endParaRPr lang="zh-CN" altLang="en-US" sz="16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3"/>
          <p:cNvSpPr txBox="1">
            <a:spLocks noChangeArrowheads="1"/>
          </p:cNvSpPr>
          <p:nvPr/>
        </p:nvSpPr>
        <p:spPr bwMode="auto">
          <a:xfrm>
            <a:off x="10416480" y="260648"/>
            <a:ext cx="18716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 dirty="0">
                <a:solidFill>
                  <a:srgbClr val="FF0000"/>
                </a:solidFill>
              </a:rPr>
              <a:t>述职时</a:t>
            </a:r>
            <a:endParaRPr kumimoji="0" lang="en-US" altLang="zh-CN" sz="2000" b="1" dirty="0">
              <a:solidFill>
                <a:srgbClr val="FF0000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 dirty="0">
                <a:solidFill>
                  <a:srgbClr val="FF0000"/>
                </a:solidFill>
              </a:rPr>
              <a:t>请删除此页</a:t>
            </a:r>
            <a:endParaRPr kumimoji="0" lang="zh-CN" altLang="en-US" sz="2000" b="1" dirty="0">
              <a:solidFill>
                <a:srgbClr val="FF0000"/>
              </a:solidFill>
            </a:endParaRPr>
          </a:p>
        </p:txBody>
      </p:sp>
      <p:graphicFrame>
        <p:nvGraphicFramePr>
          <p:cNvPr id="4" name="图示 3"/>
          <p:cNvGraphicFramePr/>
          <p:nvPr/>
        </p:nvGraphicFramePr>
        <p:xfrm>
          <a:off x="7104618" y="1752582"/>
          <a:ext cx="4436685" cy="28285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1" name="文本框 3"/>
          <p:cNvSpPr txBox="1">
            <a:spLocks noChangeArrowheads="1"/>
          </p:cNvSpPr>
          <p:nvPr/>
        </p:nvSpPr>
        <p:spPr bwMode="auto">
          <a:xfrm>
            <a:off x="8400415" y="1042670"/>
            <a:ext cx="178498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000" b="1" dirty="0" smtClean="0">
                <a:solidFill>
                  <a:schemeClr val="bg1"/>
                </a:solidFill>
              </a:rPr>
              <a:t>STAR</a:t>
            </a:r>
            <a:r>
              <a:rPr kumimoji="0" lang="en-US" altLang="zh-CN" sz="2000" b="1" dirty="0" smtClean="0">
                <a:solidFill>
                  <a:schemeClr val="bg1"/>
                </a:solidFill>
                <a:sym typeface="+mn-ea"/>
              </a:rPr>
              <a:t>T</a:t>
            </a:r>
            <a:r>
              <a:rPr kumimoji="0" lang="en-US" altLang="zh-CN" sz="2000" b="1" dirty="0" smtClean="0">
                <a:solidFill>
                  <a:schemeClr val="bg1"/>
                </a:solidFill>
              </a:rPr>
              <a:t>结</a:t>
            </a:r>
            <a:r>
              <a:rPr kumimoji="0" lang="zh-CN" altLang="en-US" sz="2000" b="1" dirty="0" smtClean="0">
                <a:solidFill>
                  <a:schemeClr val="bg1"/>
                </a:solidFill>
              </a:rPr>
              <a:t>构图</a:t>
            </a:r>
            <a:endParaRPr kumimoji="0" lang="zh-CN" altLang="en-US" sz="20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62509" y="1052250"/>
            <a:ext cx="11049000" cy="52197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 b="1">
                <a:latin typeface="微软雅黑"/>
                <a:ea typeface="微软雅黑"/>
                <a:cs typeface="微软雅黑"/>
              </a:rPr>
              <a:t>关键绩效行为实例1：务实 —— 账号注销数据残留深度排查</a:t>
            </a:r>
            <a:endParaRPr lang="en-US" altLang="zh-CN" sz="28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762000" y="1778000"/>
            <a:ext cx="10795000" cy="4572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1">
                <a:latin typeface="微软雅黑"/>
                <a:ea typeface="微软雅黑"/>
                <a:cs typeface="微软雅黑"/>
              </a:rPr>
              <a:t>对应能力：务实（自评：杰出）</a:t>
            </a:r>
            <a:endParaRPr lang="zh-CN" altLang="en-US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08000"/>
              </a:lnSpc>
              <a:spcAft>
                <a:spcPts val="400"/>
              </a:spcAft>
            </a:pP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1">
                <a:latin typeface="微软雅黑"/>
                <a:ea typeface="微软雅黑"/>
                <a:cs typeface="微软雅黑"/>
              </a:rPr>
              <a:t>S 情景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>
                <a:latin typeface="微软雅黑"/>
                <a:ea typeface="微软雅黑"/>
                <a:cs typeface="微软雅黑"/>
              </a:rPr>
              <a:t>测试「账号注销」功能时，前端提示注销成功，主表 ten_user 记录也确实清除了，按常规用例本可判定通过。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1">
                <a:latin typeface="微软雅黑"/>
                <a:ea typeface="微软雅黑"/>
                <a:cs typeface="微软雅黑"/>
              </a:rPr>
              <a:t>T 行为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>
                <a:latin typeface="微软雅黑"/>
                <a:ea typeface="微软雅黑"/>
                <a:cs typeface="微软雅黑"/>
              </a:rPr>
              <a:t>我没有停在功能层面，而是顺着 open_id 往数据库追：写脚本比对关联表，发现 video_order 残留 68 条、video_coupon_record 5 条、ten_user_auth 的 token 未失效，ten_user_ext、ten_user_prompt 同样有残留。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>
                <a:latin typeface="微软雅黑"/>
                <a:ea typeface="微软雅黑"/>
                <a:cs typeface="微软雅黑"/>
              </a:rPr>
              <a:t>进一步核查发现：同一微信 open_id 反复注册会产生 17 个不同 user_id，用户数据完全割裂。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1">
                <a:latin typeface="微软雅黑"/>
                <a:ea typeface="微软雅黑"/>
                <a:cs typeface="微软雅黑"/>
              </a:rPr>
              <a:t>A 影响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>
                <a:latin typeface="微软雅黑"/>
                <a:ea typeface="微软雅黑"/>
                <a:cs typeface="微软雅黑"/>
              </a:rPr>
              <a:t>把问题从「一个注销 bug」升级为「账号生命周期的数据一致性」问题，推动开发由单点删除改为全关联表清理，并同步产品确认注销后的资产处理口径。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1">
                <a:latin typeface="微软雅黑"/>
                <a:ea typeface="微软雅黑"/>
                <a:cs typeface="微软雅黑"/>
              </a:rPr>
              <a:t>R 结果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>
                <a:latin typeface="微软雅黑"/>
                <a:ea typeface="微软雅黑"/>
                <a:cs typeface="微软雅黑"/>
              </a:rPr>
              <a:t>残留数据被完整定位，注销流程的清理范围明确；顺带暴露出重复注册导致的数据割裂风险，避免上线后出现「重新注册却看到历史订单」的客诉。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1">
                <a:latin typeface="微软雅黑"/>
                <a:ea typeface="微软雅黑"/>
                <a:cs typeface="微软雅黑"/>
              </a:rPr>
              <a:t>T 反思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>
                <a:latin typeface="微软雅黑"/>
                <a:ea typeface="微软雅黑"/>
                <a:cs typeface="微软雅黑"/>
              </a:rPr>
              <a:t>功能通过不等于数据正确。此后我把「关联表残留核查」写入账号类用例的必查项，提缺陷时也习惯先补齐数据层面的证据链。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62509" y="1052250"/>
            <a:ext cx="11049000" cy="52197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 b="1">
                <a:latin typeface="微软雅黑"/>
                <a:ea typeface="微软雅黑"/>
                <a:cs typeface="微软雅黑"/>
              </a:rPr>
              <a:t>关键绩效行为实例2：高效 —— 缺陷同步自动化与测试资产模板化</a:t>
            </a:r>
            <a:endParaRPr lang="en-US" altLang="zh-CN" sz="28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2000" y="1778000"/>
            <a:ext cx="10795000" cy="4572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1">
                <a:latin typeface="微软雅黑"/>
                <a:ea typeface="微软雅黑"/>
                <a:cs typeface="微软雅黑"/>
              </a:rPr>
              <a:t>对应能力：高效（自评：杰出）</a:t>
            </a:r>
            <a:endParaRPr lang="zh-CN" altLang="en-US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08000"/>
              </a:lnSpc>
              <a:spcAft>
                <a:spcPts val="400"/>
              </a:spcAft>
            </a:pP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1">
                <a:latin typeface="微软雅黑"/>
                <a:ea typeface="微软雅黑"/>
                <a:cs typeface="微软雅黑"/>
              </a:rPr>
              <a:t>S 情景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>
                <a:latin typeface="微软雅黑"/>
                <a:ea typeface="微软雅黑"/>
                <a:cs typeface="微软雅黑"/>
              </a:rPr>
              <a:t>v1.0.0 迭代有 62 个缺陷，每天需要人工打开 TAPD 筛选、复制、整理成简报，重复劳动多，且容易漏掉状态变更。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1">
                <a:latin typeface="微软雅黑"/>
                <a:ea typeface="微软雅黑"/>
                <a:cs typeface="微软雅黑"/>
              </a:rPr>
              <a:t>T 行为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>
                <a:latin typeface="微软雅黑"/>
                <a:ea typeface="微软雅黑"/>
                <a:cs typeface="微软雅黑"/>
              </a:rPr>
              <a:t>我把查询与汇总脚本化，配置为每天 16:00 自动向企微推送当日待办简报，团队无需再手工拉取。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>
                <a:latin typeface="微软雅黑"/>
                <a:ea typeface="微软雅黑"/>
                <a:cs typeface="微软雅黑"/>
              </a:rPr>
              <a:t>同时将冒烟测试报告、缺陷描述、各类检查清单模板化，并额外做了一版 HTML 邮件模板，直接解决粘贴到邮箱后排版错乱的问题。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1">
                <a:latin typeface="微软雅黑"/>
                <a:ea typeface="微软雅黑"/>
                <a:cs typeface="微软雅黑"/>
              </a:rPr>
              <a:t>A 影响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>
                <a:latin typeface="微软雅黑"/>
                <a:ea typeface="微软雅黑"/>
                <a:cs typeface="微软雅黑"/>
              </a:rPr>
              <a:t>日常信息同步不再占用人工时间，项目组每天固定时间收到一致的缺陷视图；新人直接套用模板即可输出，格式与口径统一。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1">
                <a:latin typeface="微软雅黑"/>
                <a:ea typeface="微软雅黑"/>
                <a:cs typeface="微软雅黑"/>
              </a:rPr>
              <a:t>R 结果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>
                <a:latin typeface="微软雅黑"/>
                <a:ea typeface="微软雅黑"/>
                <a:cs typeface="微软雅黑"/>
              </a:rPr>
              <a:t>缺陷状态同步由「人工拉取」转为「自动推送」，漏跟进情况明显减少；测试报告的产出从半小时级压缩到分钟级。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1">
                <a:latin typeface="微软雅黑"/>
                <a:ea typeface="微软雅黑"/>
                <a:cs typeface="微软雅黑"/>
              </a:rPr>
              <a:t>T 反思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>
                <a:latin typeface="微软雅黑"/>
                <a:ea typeface="微软雅黑"/>
                <a:cs typeface="微软雅黑"/>
              </a:rPr>
              <a:t>自动化的价值不在炫技，而在于把确定性的重复劳动固化下来。下一步计划把回归用例集也纳入同一套脚本，形成「缺陷—用例—回归」闭环。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62509" y="1052250"/>
            <a:ext cx="11049000" cy="52197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 b="1">
                <a:latin typeface="微软雅黑"/>
                <a:ea typeface="微软雅黑"/>
                <a:cs typeface="微软雅黑"/>
              </a:rPr>
              <a:t>关键绩效行为实例3：长期主义 —— 跨端统计口径统一</a:t>
            </a:r>
            <a:endParaRPr lang="en-US" altLang="zh-CN" sz="28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2000" y="1778000"/>
            <a:ext cx="10795000" cy="4572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1">
                <a:latin typeface="微软雅黑"/>
                <a:ea typeface="微软雅黑"/>
                <a:cs typeface="微软雅黑"/>
              </a:rPr>
              <a:t>对应能力：长期主义（自评：良好）</a:t>
            </a:r>
            <a:endParaRPr lang="zh-CN" altLang="en-US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08000"/>
              </a:lnSpc>
              <a:spcAft>
                <a:spcPts val="400"/>
              </a:spcAft>
            </a:pP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1">
                <a:latin typeface="微软雅黑"/>
                <a:ea typeface="微软雅黑"/>
                <a:cs typeface="微软雅黑"/>
              </a:rPr>
              <a:t>S 情景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>
                <a:latin typeface="微软雅黑"/>
                <a:ea typeface="微软雅黑"/>
                <a:cs typeface="微软雅黑"/>
              </a:rPr>
              <a:t>数据统计模块先后出现两个缺陷：App 端对战记录中「场统计」与「技术统计」同一字段数值不一致（平均上手次数一处 0.5、一处 0.0）；小程序端平均犯规次数恒为 0。表面看是两个独立问题。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1">
                <a:latin typeface="微软雅黑"/>
                <a:ea typeface="微软雅黑"/>
                <a:cs typeface="微软雅黑"/>
              </a:rPr>
              <a:t>T 行为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>
                <a:latin typeface="微软雅黑"/>
                <a:ea typeface="微软雅黑"/>
                <a:cs typeface="微软雅黑"/>
              </a:rPr>
              <a:t>我把两个缺陷放在一起比对，判断它们指向同一根因——统计字段的小数位精度规则与取值逻辑未统一。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>
                <a:latin typeface="微软雅黑"/>
                <a:ea typeface="微软雅黑"/>
                <a:cs typeface="微软雅黑"/>
              </a:rPr>
              <a:t>我没有直接下结论，而是先与产品对齐口径，确认「犯规次数 / 平均上手次数 / 平均失误次数」统一保留一位小数，架杆成功率、走位成功率保持不变，再推动三端交叉验证。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1">
                <a:latin typeface="微软雅黑"/>
                <a:ea typeface="微软雅黑"/>
                <a:cs typeface="微软雅黑"/>
              </a:rPr>
              <a:t>A 影响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>
                <a:latin typeface="微软雅黑"/>
                <a:ea typeface="微软雅黑"/>
                <a:cs typeface="微软雅黑"/>
              </a:rPr>
              <a:t>把分散在两个缺陷里的同类问题合并为一条规则，避免各端各自修改、改完仍然不一致。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1">
                <a:latin typeface="微软雅黑"/>
                <a:ea typeface="微软雅黑"/>
                <a:cs typeface="微软雅黑"/>
              </a:rPr>
              <a:t>R 结果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>
                <a:latin typeface="微软雅黑"/>
                <a:ea typeface="微软雅黑"/>
                <a:cs typeface="微软雅黑"/>
              </a:rPr>
              <a:t>两端数据与口径统一，两个缺陷均闭环；同时明确此类精度规则需固化进测试用例基线，防止下个迭代重犯。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1">
                <a:latin typeface="微软雅黑"/>
                <a:ea typeface="微软雅黑"/>
                <a:cs typeface="微软雅黑"/>
              </a:rPr>
              <a:t>T 反思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>
                <a:latin typeface="微软雅黑"/>
                <a:ea typeface="微软雅黑"/>
                <a:cs typeface="微软雅黑"/>
              </a:rPr>
              <a:t>单点验证容易漏，跨端同字段必须交叉比对。我也意识到口径类问题要拉产品一起定，测试单方面判断容易偏。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4294967295"/>
          </p:nvPr>
        </p:nvSpPr>
        <p:spPr>
          <a:xfrm>
            <a:off x="512445" y="956945"/>
            <a:ext cx="4853940" cy="875030"/>
          </a:xfrm>
          <a:prstGeom prst="rect">
            <a:avLst/>
          </a:prstGeom>
        </p:spPr>
        <p:txBody>
          <a:bodyPr>
            <a:noAutofit/>
          </a:bodyPr>
          <a:p>
            <a:pPr lvl="0" algn="l">
              <a:lnSpc>
                <a:spcPct val="150000"/>
              </a:lnSpc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500" b="1" dirty="0" smtClean="0">
                <a:latin typeface="微软雅黑" panose="020B0503020204020204" charset="-122"/>
                <a:ea typeface="微软雅黑" panose="020B0503020204020204" charset="-122"/>
              </a:rPr>
              <a:t>四、转正</a:t>
            </a:r>
            <a:r>
              <a:rPr lang="zh-CN" altLang="en-US" sz="25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j-cs"/>
                <a:sym typeface="+mn-ea"/>
              </a:rPr>
              <a:t>后工作开展思路</a:t>
            </a:r>
            <a:endParaRPr lang="zh-CN" altLang="en-US" sz="2500" b="1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ChangeArrowheads="1"/>
          </p:cNvSpPr>
          <p:nvPr/>
        </p:nvSpPr>
        <p:spPr bwMode="auto">
          <a:xfrm>
            <a:off x="716280" y="1770380"/>
            <a:ext cx="7555230" cy="3066415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wrap="square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 fontAlgn="auto">
              <a:lnSpc>
                <a:spcPct val="112000"/>
              </a:lnSpc>
              <a:spcBef>
                <a:spcPts val="600"/>
              </a:spcBef>
              <a:spcAft>
                <a:spcPts val="200"/>
              </a:spcAft>
              <a:defRPr/>
            </a:pPr>
            <a:r>
              <a:rPr sz="1200" b="1">
                <a:latin typeface="微软雅黑"/>
                <a:ea typeface="微软雅黑"/>
                <a:cs typeface="微软雅黑"/>
              </a:rPr>
              <a:t>1　转正后的核心工作内容</a:t>
            </a:r>
            <a:endParaRPr kumimoji="0" lang="zh-CN" altLang="en-US" sz="18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 b="0">
                <a:latin typeface="微软雅黑"/>
                <a:ea typeface="微软雅黑"/>
                <a:cs typeface="微软雅黑"/>
              </a:rPr>
              <a:t>承接 v1.0.2 及后续迭代测试，覆盖功能、兼容性、性能与数据一致性；参与需求评审，把风险识别前移。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00" b="1">
                <a:latin typeface="微软雅黑"/>
                <a:ea typeface="微软雅黑"/>
                <a:cs typeface="微软雅黑"/>
              </a:rPr>
              <a:t>2　工作推进方式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 b="0">
                <a:latin typeface="微软雅黑"/>
                <a:ea typeface="微软雅黑"/>
                <a:cs typeface="微软雅黑"/>
              </a:rPr>
              <a:t>① 建立「缺陷—用例—回归」闭环，回归优先级由缺陷等级决定；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 b="0">
                <a:latin typeface="微软雅黑"/>
                <a:ea typeface="微软雅黑"/>
                <a:cs typeface="微软雅黑"/>
              </a:rPr>
              <a:t>② 推进接口测试与冒烟自动化，压缩回归周期；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 b="0">
                <a:latin typeface="微软雅黑"/>
                <a:ea typeface="微软雅黑"/>
                <a:cs typeface="微软雅黑"/>
              </a:rPr>
              <a:t>③ 沉淀测试资产库（用例基线、检查清单、典型问题模式）；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 b="0">
                <a:latin typeface="微软雅黑"/>
                <a:ea typeface="微软雅黑"/>
                <a:cs typeface="微软雅黑"/>
              </a:rPr>
              <a:t>④ 设数据一致性专项：账号生命周期、订单与优惠券、跨端统计口径。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00" b="1">
                <a:latin typeface="微软雅黑"/>
                <a:ea typeface="微软雅黑"/>
                <a:cs typeface="微软雅黑"/>
              </a:rPr>
              <a:t>3　需要达成的工作目标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 b="0">
                <a:latin typeface="微软雅黑"/>
                <a:ea typeface="微软雅黑"/>
                <a:cs typeface="微软雅黑"/>
              </a:rPr>
              <a:t>① 冒烟测试脚本化，回归周期缩短 30%；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 b="0">
                <a:latin typeface="微软雅黑"/>
                <a:ea typeface="微软雅黑"/>
                <a:cs typeface="微软雅黑"/>
              </a:rPr>
              <a:t>② 严重及以上缺陷在提测后 24 小时内完成定位与复现确认；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 b="0">
                <a:latin typeface="微软雅黑"/>
                <a:ea typeface="微软雅黑"/>
                <a:cs typeface="微软雅黑"/>
              </a:rPr>
              <a:t>③ 关键模块用例覆盖率 100%，线上缺陷逃逸率明显下降。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00" b="1">
                <a:latin typeface="微软雅黑"/>
                <a:ea typeface="微软雅黑"/>
                <a:cs typeface="微软雅黑"/>
              </a:rPr>
              <a:t>4　个人成长与职业发展规划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 b="0">
                <a:latin typeface="微软雅黑"/>
                <a:ea typeface="微软雅黑"/>
                <a:cs typeface="微软雅黑"/>
              </a:rPr>
              <a:t>短期（6 个月）：掌握接口自动化框架与性能压测工具，能独立搭建并维护回归脚本；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 b="0">
                <a:latin typeface="微软雅黑"/>
                <a:ea typeface="微软雅黑"/>
                <a:cs typeface="微软雅黑"/>
              </a:rPr>
              <a:t>中期（12 个月）：具备独立负责一条业务线质量保障的能力，能主导测试方案设计与质量度量。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35" y="2717165"/>
            <a:ext cx="12190730" cy="1309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66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谢谢！</a:t>
            </a:r>
            <a:endParaRPr lang="zh-CN" altLang="en-US" sz="66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0" name="直接连接符 99"/>
          <p:cNvCxnSpPr/>
          <p:nvPr/>
        </p:nvCxnSpPr>
        <p:spPr>
          <a:xfrm>
            <a:off x="1888022" y="4026457"/>
            <a:ext cx="8415961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59*406"/>
  <p:tag name="TABLE_ENDDRAG_RECT" val="55*117*759*406"/>
</p:tagLst>
</file>

<file path=ppt/tags/tag2.xml><?xml version="1.0" encoding="utf-8"?>
<p:tagLst xmlns:p="http://schemas.openxmlformats.org/presentationml/2006/main">
  <p:tag name="KSO_WM_DIAGRAM_VIRTUALLY_FRAME" val="{&quot;height&quot;:258.07220472440946,&quot;left&quot;:95.42377952755905,&quot;top&quot;:187.69535433070865,&quot;width&quot;:469.62503937007875}"/>
</p:tagLst>
</file>

<file path=ppt/tags/tag3.xml><?xml version="1.0" encoding="utf-8"?>
<p:tagLst xmlns:p="http://schemas.openxmlformats.org/presentationml/2006/main">
  <p:tag name="KSO_WM_DIAGRAM_VIRTUALLY_FRAME" val="{&quot;height&quot;:258.07220472440946,&quot;left&quot;:95.42377952755905,&quot;top&quot;:187.69535433070865,&quot;width&quot;:469.62503937007875}"/>
</p:tagLst>
</file>

<file path=ppt/tags/tag4.xml><?xml version="1.0" encoding="utf-8"?>
<p:tagLst xmlns:p="http://schemas.openxmlformats.org/presentationml/2006/main">
  <p:tag name="KSO_WM_DIAGRAM_VIRTUALLY_FRAME" val="{&quot;height&quot;:258.07220472440946,&quot;left&quot;:95.42377952755905,&quot;top&quot;:187.69535433070865,&quot;width&quot;:469.62503937007875}"/>
</p:tagLst>
</file>

<file path=ppt/tags/tag5.xml><?xml version="1.0" encoding="utf-8"?>
<p:tagLst xmlns:p="http://schemas.openxmlformats.org/presentationml/2006/main">
  <p:tag name="KSO_WM_DIAGRAM_VIRTUALLY_FRAME" val="{&quot;height&quot;:258.07220472440946,&quot;left&quot;:95.42377952755905,&quot;top&quot;:187.69535433070865,&quot;width&quot;:469.62503937007875}"/>
</p:tagLst>
</file>

<file path=ppt/tags/tag6.xml><?xml version="1.0" encoding="utf-8"?>
<p:tagLst xmlns:p="http://schemas.openxmlformats.org/presentationml/2006/main">
  <p:tag name="KSO_WM_DIAGRAM_VIRTUALLY_FRAME" val="{&quot;height&quot;:258.07220472440946,&quot;left&quot;:95.42377952755905,&quot;top&quot;:187.69535433070865,&quot;width&quot;:469.62503937007875}"/>
</p:tagLst>
</file>

<file path=ppt/tags/tag7.xml><?xml version="1.0" encoding="utf-8"?>
<p:tagLst xmlns:p="http://schemas.openxmlformats.org/presentationml/2006/main">
  <p:tag name="KSO_WM_DIAGRAM_VIRTUALLY_FRAME" val="{&quot;height&quot;:258.07220472440946,&quot;left&quot;:95.42377952755905,&quot;top&quot;:187.69535433070865,&quot;width&quot;:469.62503937007875}"/>
</p:tagLst>
</file>

<file path=ppt/tags/tag8.xml><?xml version="1.0" encoding="utf-8"?>
<p:tagLst xmlns:p="http://schemas.openxmlformats.org/presentationml/2006/main">
  <p:tag name="KSO_WM_DIAGRAM_VIRTUALLY_FRAME" val="{&quot;height&quot;:317.55,&quot;left&quot;:451.2,&quot;top&quot;:203.05,&quot;width&quot;:633.85}"/>
</p:tagLst>
</file>

<file path=ppt/tags/tag9.xml><?xml version="1.0" encoding="utf-8"?>
<p:tagLst xmlns:p="http://schemas.openxmlformats.org/presentationml/2006/main">
  <p:tag name="KSO_WM_DIAGRAM_VIRTUALLY_FRAME" val="{&quot;height&quot;:317.55,&quot;left&quot;:451.2,&quot;top&quot;:203.05,&quot;width&quot;:633.85}"/>
</p:tagLst>
</file>

<file path=ppt/tags/tag10.xml><?xml version="1.0" encoding="utf-8"?>
<p:tagLst xmlns:p="http://schemas.openxmlformats.org/presentationml/2006/main">
  <p:tag name="KSO_WM_DIAGRAM_VIRTUALLY_FRAME" val="{&quot;height&quot;:317.55,&quot;left&quot;:451.2,&quot;top&quot;:203.05,&quot;width&quot;:633.85}"/>
</p:tagLst>
</file>

<file path=ppt/tags/tag11.xml><?xml version="1.0" encoding="utf-8"?>
<p:tagLst xmlns:p="http://schemas.openxmlformats.org/presentationml/2006/main">
  <p:tag name="KSO_WM_DIAGRAM_VIRTUALLY_FRAME" val="{&quot;height&quot;:317.55,&quot;left&quot;:451.2,&quot;top&quot;:203.05,&quot;width&quot;:633.85}"/>
</p:tagLst>
</file>

<file path=ppt/tags/tag12.xml><?xml version="1.0" encoding="utf-8"?>
<p:tagLst xmlns:p="http://schemas.openxmlformats.org/presentationml/2006/main">
  <p:tag name="KSO_WM_DIAGRAM_VIRTUALLY_FRAME" val="{&quot;height&quot;:317.55,&quot;left&quot;:451.2,&quot;top&quot;:203.05,&quot;width&quot;:633.85}"/>
</p:tagLst>
</file>

<file path=ppt/tags/tag13.xml><?xml version="1.0" encoding="utf-8"?>
<p:tagLst xmlns:p="http://schemas.openxmlformats.org/presentationml/2006/main">
  <p:tag name="KSO_WM_DIAGRAM_VIRTUALLY_FRAME" val="{&quot;height&quot;:317.55,&quot;left&quot;:451.2,&quot;top&quot;:203.05,&quot;width&quot;:633.85}"/>
</p:tagLst>
</file>

<file path=ppt/tags/tag14.xml><?xml version="1.0" encoding="utf-8"?>
<p:tagLst xmlns:p="http://schemas.openxmlformats.org/presentationml/2006/main">
  <p:tag name="KSO_WM_DIAGRAM_VIRTUALLY_FRAME" val="{&quot;height&quot;:317.55,&quot;left&quot;:451.2,&quot;top&quot;:203.05,&quot;width&quot;:633.85}"/>
</p:tagLst>
</file>

<file path=ppt/tags/tag15.xml><?xml version="1.0" encoding="utf-8"?>
<p:tagLst xmlns:p="http://schemas.openxmlformats.org/presentationml/2006/main">
  <p:tag name="KSO_WM_DIAGRAM_VIRTUALLY_FRAME" val="{&quot;height&quot;:317.55,&quot;left&quot;:451.2,&quot;top&quot;:203.05,&quot;width&quot;:633.85}"/>
</p:tagLst>
</file>

<file path=ppt/tags/tag16.xml><?xml version="1.0" encoding="utf-8"?>
<p:tagLst xmlns:p="http://schemas.openxmlformats.org/presentationml/2006/main">
  <p:tag name="KSO_WM_DIAGRAM_VIRTUALLY_FRAME" val="{&quot;height&quot;:283.496062992126,&quot;left&quot;:40.34984251968504,&quot;top&quot;:137.29062992125984,&quot;width&quot;:416.97047244094483}"/>
</p:tagLst>
</file>

<file path=ppt/tags/tag17.xml><?xml version="1.0" encoding="utf-8"?>
<p:tagLst xmlns:p="http://schemas.openxmlformats.org/presentationml/2006/main">
  <p:tag name="KSO_WM_DIAGRAM_VIRTUALLY_FRAME" val="{&quot;height&quot;:283.496062992126,&quot;left&quot;:40.34984251968504,&quot;top&quot;:137.29062992125984,&quot;width&quot;:416.97047244094483}"/>
</p:tagLst>
</file>

<file path=ppt/tags/tag18.xml><?xml version="1.0" encoding="utf-8"?>
<p:tagLst xmlns:p="http://schemas.openxmlformats.org/presentationml/2006/main">
  <p:tag name="KSO_WM_DIAGRAM_VIRTUALLY_FRAME" val="{&quot;height&quot;:283.496062992126,&quot;left&quot;:40.34984251968504,&quot;top&quot;:137.29062992125984,&quot;width&quot;:416.97047244094483}"/>
</p:tagLst>
</file>

<file path=ppt/tags/tag19.xml><?xml version="1.0" encoding="utf-8"?>
<p:tagLst xmlns:p="http://schemas.openxmlformats.org/presentationml/2006/main">
  <p:tag name="KSO_WM_DIAGRAM_VIRTUALLY_FRAME" val="{&quot;height&quot;:283.496062992126,&quot;left&quot;:40.34984251968504,&quot;top&quot;:137.29062992125984,&quot;width&quot;:416.97047244094483}"/>
</p:tagLst>
</file>

<file path=ppt/tags/tag20.xml><?xml version="1.0" encoding="utf-8"?>
<p:tagLst xmlns:p="http://schemas.openxmlformats.org/presentationml/2006/main">
  <p:tag name="KSO_WM_DIAGRAM_VIRTUALLY_FRAME" val="{&quot;height&quot;:283.496062992126,&quot;left&quot;:40.34984251968504,&quot;top&quot;:137.29062992125984,&quot;width&quot;:416.97047244094483}"/>
</p:tagLst>
</file>

<file path=ppt/tags/tag21.xml><?xml version="1.0" encoding="utf-8"?>
<p:tagLst xmlns:p="http://schemas.openxmlformats.org/presentationml/2006/main">
  <p:tag name="KSO_WM_DIAGRAM_VIRTUALLY_FRAME" val="{&quot;height&quot;:283.496062992126,&quot;left&quot;:40.34984251968504,&quot;top&quot;:137.29062992125984,&quot;width&quot;:416.97047244094483}"/>
</p:tagLst>
</file>

<file path=ppt/tags/tag22.xml><?xml version="1.0" encoding="utf-8"?>
<p:tagLst xmlns:p="http://schemas.openxmlformats.org/presentationml/2006/main">
  <p:tag name="KSO_WM_DIAGRAM_VIRTUALLY_FRAME" val="{&quot;height&quot;:283.496062992126,&quot;left&quot;:40.34984251968504,&quot;top&quot;:137.29062992125984,&quot;width&quot;:416.97047244094483}"/>
</p:tagLst>
</file>

<file path=ppt/tags/tag23.xml><?xml version="1.0" encoding="utf-8"?>
<p:tagLst xmlns:p="http://schemas.openxmlformats.org/presentationml/2006/main">
  <p:tag name="KSO_WM_DIAGRAM_VIRTUALLY_FRAME" val="{&quot;height&quot;:283.496062992126,&quot;left&quot;:40.34984251968504,&quot;top&quot;:137.29062992125984,&quot;width&quot;:416.97047244094483}"/>
</p:tagLst>
</file>

<file path=ppt/tags/tag24.xml><?xml version="1.0" encoding="utf-8"?>
<p:tagLst xmlns:p="http://schemas.openxmlformats.org/presentationml/2006/main">
  <p:tag name="KSO_WM_DIAGRAM_VIRTUALLY_FRAME" val="{&quot;height&quot;:283.496062992126,&quot;left&quot;:40.34984251968504,&quot;top&quot;:137.29062992125984,&quot;width&quot;:416.97047244094483}"/>
</p:tagLst>
</file>

<file path=ppt/tags/tag25.xml><?xml version="1.0" encoding="utf-8"?>
<p:tagLst xmlns:p="http://schemas.openxmlformats.org/presentationml/2006/main">
  <p:tag name="KSO_WM_DIAGRAM_VIRTUALLY_FRAME" val="{&quot;height&quot;:283.496062992126,&quot;left&quot;:40.34984251968504,&quot;top&quot;:137.29062992125984,&quot;width&quot;:416.97047244094483}"/>
</p:tagLst>
</file>

<file path=ppt/tags/tag26.xml><?xml version="1.0" encoding="utf-8"?>
<p:tagLst xmlns:p="http://schemas.openxmlformats.org/presentationml/2006/main">
  <p:tag name="KSO_WM_DIAGRAM_VIRTUALLY_FRAME" val="{&quot;height&quot;:283.496062992126,&quot;left&quot;:40.34984251968504,&quot;top&quot;:137.29062992125984,&quot;width&quot;:416.97047244094483}"/>
</p:tagLst>
</file>

<file path=ppt/tags/tag27.xml><?xml version="1.0" encoding="utf-8"?>
<p:tagLst xmlns:p="http://schemas.openxmlformats.org/presentationml/2006/main">
  <p:tag name="KSO_WM_DIAGRAM_VIRTUALLY_FRAME" val="{&quot;height&quot;:283.496062992126,&quot;left&quot;:40.34984251968504,&quot;top&quot;:137.29062992125984,&quot;width&quot;:416.97047244094483}"/>
</p:tagLst>
</file>

<file path=ppt/tags/tag28.xml><?xml version="1.0" encoding="utf-8"?>
<p:tagLst xmlns:p="http://schemas.openxmlformats.org/presentationml/2006/main">
  <p:tag name="TABLE_ENDDRAG_ORIGIN_RECT" val="408*309"/>
  <p:tag name="TABLE_ENDDRAG_RECT" val="43*111*408*309"/>
</p:tagLst>
</file>

<file path=ppt/tags/tag29.xml><?xml version="1.0" encoding="utf-8"?>
<p:tagLst xmlns:p="http://schemas.openxmlformats.org/presentationml/2006/main">
  <p:tag name="KSO_WM_DIAGRAM_VIRTUALLY_FRAME" val="{&quot;height&quot;:39,&quot;left&quot;:82.45,&quot;top&quot;:139.4,&quot;width&quot;:490}"/>
</p:tagLst>
</file>

<file path=ppt/tags/tag30.xml><?xml version="1.0" encoding="utf-8"?>
<p:tagLst xmlns:p="http://schemas.openxmlformats.org/presentationml/2006/main">
  <p:tag name="resource_record_key" val="{&quot;13&quot;:[4722044,20419712],&quot;29&quot;:[50000054,50000099,50000142,50052716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1066</Words>
  <Application>WPS 演示</Application>
  <PresentationFormat>宽屏</PresentationFormat>
  <Paragraphs>159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Times New Roman</vt:lpstr>
      <vt:lpstr>Arial Unicode MS</vt:lpstr>
      <vt:lpstr>Calibri</vt:lpstr>
      <vt:lpstr>WPS</vt:lpstr>
      <vt:lpstr>PowerPoint 演示文稿</vt:lpstr>
      <vt:lpstr>PowerPoint 演示文稿</vt:lpstr>
      <vt:lpstr>述职报告                                                 ——转正评定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桃子</cp:lastModifiedBy>
  <cp:revision>11</cp:revision>
  <dcterms:created xsi:type="dcterms:W3CDTF">2023-08-09T12:44:00Z</dcterms:created>
  <dcterms:modified xsi:type="dcterms:W3CDTF">2026-08-27T07:31:54Z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F177CE46054145338632598A1832BFC7_13</vt:lpwstr>
  </property>
  <property fmtid="{D5CDD505-2E9C-101B-9397-08002B2CF9AE}" pid="3" name="KSOProductBuildVer">
    <vt:lpwstr>2052-12.1.0.28043</vt:lpwstr>
  </property>
</Properties>
</file>