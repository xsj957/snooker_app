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wdp" ContentType="image/vnd.ms-photo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diagrams/colors1.xml" ContentType="application/vnd.openxmlformats-officedocument.drawingml.diagramColors+xml"/>
  <Override PartName="/ppt/diagrams/colors2.xml" ContentType="application/vnd.openxmlformats-officedocument.drawingml.diagramColors+xml"/>
  <Override PartName="/ppt/diagrams/data1.xml" ContentType="application/vnd.openxmlformats-officedocument.drawingml.diagramData+xml"/>
  <Override PartName="/ppt/diagrams/data2.xml" ContentType="application/vnd.openxmlformats-officedocument.drawingml.diagramData+xml"/>
  <Override PartName="/ppt/diagrams/drawing1.xml" ContentType="application/vnd.ms-office.drawingml.diagramDrawing+xml"/>
  <Override PartName="/ppt/diagrams/drawing2.xml" ContentType="application/vnd.ms-office.drawingml.diagramDrawing+xml"/>
  <Override PartName="/ppt/diagrams/layout1.xml" ContentType="application/vnd.openxmlformats-officedocument.drawingml.diagramLayout+xml"/>
  <Override PartName="/ppt/diagrams/layout2.xml" ContentType="application/vnd.openxmlformats-officedocument.drawingml.diagramLayout+xml"/>
  <Override PartName="/ppt/diagrams/quickStyle1.xml" ContentType="application/vnd.openxmlformats-officedocument.drawingml.diagramStyle+xml"/>
  <Override PartName="/ppt/diagrams/quickStyle2.xml" ContentType="application/vnd.openxmlformats-officedocument.drawingml.diagramStyle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0"/>
  </p:notesMasterIdLst>
  <p:sldIdLst>
    <p:sldId id="260" r:id="rId3"/>
    <p:sldId id="261" r:id="rId4"/>
    <p:sldId id="257" r:id="rId5"/>
    <p:sldId id="258" r:id="rId6"/>
    <p:sldId id="259" r:id="rId7"/>
    <p:sldId id="262" r:id="rId8"/>
    <p:sldId id="263" r:id="rId9"/>
    <p:sldId id="265" r:id="rId11"/>
    <p:sldId id="264" r:id="rId12"/>
    <p:sldId id="276" r:id="rId13"/>
    <p:sldId id="277" r:id="rId14"/>
    <p:sldId id="266" r:id="rId15"/>
    <p:sldId id="275" r:id="rId16"/>
  </p:sldIdLst>
  <p:sldSz cx="12192000" cy="6858000"/>
  <p:notesSz cx="6858000" cy="9144000"/>
  <p:custDataLst>
    <p:tags r:id="rId20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67682A7-75CB-4E36-A6A3-75C9E163D1E6}" styleName="表样式 1">
    <a:wholeTbl>
      <a:tcTxStyle>
        <a:fontRef idx="none">
          <a:srgbClr val="000000"/>
        </a:fontRef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rgbClr val="00B0F0"/>
              </a:solidFill>
              <a:prstDash val="solid"/>
            </a:ln>
          </a:top>
          <a:bottom>
            <a:ln w="12700" cmpd="sng">
              <a:solidFill>
                <a:srgbClr val="00B0F0"/>
              </a:solidFill>
              <a:prstDash val="solid"/>
            </a:ln>
          </a:bottom>
          <a:insideH>
            <a:ln w="9525" cmpd="sng">
              <a:solidFill>
                <a:srgbClr val="00B0F0">
                  <a:lumMod val="40000"/>
                  <a:lumOff val="60000"/>
                </a:srgbClr>
              </a:solidFill>
              <a:prstDash val="solid"/>
            </a:ln>
          </a:insideH>
          <a:insideV>
            <a:ln>
              <a:noFill/>
            </a:ln>
          </a:insideV>
        </a:tcBdr>
        <a:fill>
          <a:solidFill>
            <a:srgbClr val="FFFFFF"/>
          </a:solidFill>
        </a:fill>
      </a:tcStyle>
    </a:wholeTbl>
    <a:band2H>
      <a:tcStyle>
        <a:tcBdr/>
        <a:fill>
          <a:solidFill>
            <a:srgbClr val="00B0F0">
              <a:lumMod val="10000"/>
              <a:lumOff val="90000"/>
            </a:srgbClr>
          </a:solidFill>
        </a:fill>
      </a:tcStyle>
    </a:band2H>
    <a:band1V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rgbClr val="00B0F0"/>
              </a:solidFill>
              <a:prstDash val="solid"/>
            </a:ln>
          </a:top>
          <a:bottom>
            <a:ln w="12700" cmpd="sng">
              <a:solidFill>
                <a:srgbClr val="00B0F0"/>
              </a:solidFill>
              <a:prstDash val="solid"/>
            </a:ln>
          </a:bottom>
          <a:insideH>
            <a:ln w="9525" cmpd="sng">
              <a:solidFill>
                <a:srgbClr val="00B0F0">
                  <a:lumMod val="40000"/>
                  <a:lumOff val="60000"/>
                </a:srgbClr>
              </a:solidFill>
              <a:prstDash val="solid"/>
            </a:ln>
          </a:insideH>
          <a:insideV>
            <a:ln>
              <a:noFill/>
            </a:ln>
          </a:insideV>
        </a:tcBdr>
        <a:fill>
          <a:solidFill>
            <a:srgbClr val="00B0F0">
              <a:lumMod val="10000"/>
              <a:lumOff val="90000"/>
            </a:srgbClr>
          </a:solidFill>
        </a:fill>
      </a:tcStyle>
    </a:band1V>
    <a:lastCol>
      <a:tcTxStyle b="on">
        <a:fontRef idx="none">
          <a:srgbClr val="08090C"/>
        </a:fontRef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rgbClr val="00B0F0"/>
              </a:solidFill>
              <a:prstDash val="solid"/>
            </a:ln>
          </a:top>
          <a:bottom>
            <a:ln w="12700" cmpd="sng">
              <a:solidFill>
                <a:srgbClr val="00B0F0"/>
              </a:solidFill>
              <a:prstDash val="solid"/>
            </a:ln>
          </a:bottom>
          <a:insideH>
            <a:ln w="9525" cmpd="sng">
              <a:solidFill>
                <a:srgbClr val="00B0F0">
                  <a:lumMod val="40000"/>
                  <a:lumOff val="60000"/>
                </a:srgbClr>
              </a:solidFill>
              <a:prstDash val="solid"/>
            </a:ln>
          </a:insideH>
          <a:insideV>
            <a:ln>
              <a:noFill/>
            </a:ln>
          </a:insideV>
        </a:tcBdr>
        <a:fill>
          <a:solidFill>
            <a:srgbClr val="00B0F0">
              <a:lumMod val="20000"/>
              <a:lumOff val="80000"/>
            </a:srgbClr>
          </a:solidFill>
        </a:fill>
      </a:tcStyle>
    </a:lastCol>
    <a:firstCol>
      <a:tcTxStyle b="on">
        <a:fontRef idx="none">
          <a:srgbClr val="08090C"/>
        </a:fontRef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rgbClr val="00B0F0"/>
              </a:solidFill>
              <a:prstDash val="solid"/>
            </a:ln>
          </a:top>
          <a:bottom>
            <a:ln w="12700" cmpd="sng">
              <a:solidFill>
                <a:srgbClr val="00B0F0"/>
              </a:solidFill>
              <a:prstDash val="solid"/>
            </a:ln>
          </a:bottom>
          <a:insideH>
            <a:ln w="9525" cmpd="sng">
              <a:solidFill>
                <a:srgbClr val="00B0F0">
                  <a:lumMod val="40000"/>
                  <a:lumOff val="60000"/>
                </a:srgbClr>
              </a:solidFill>
              <a:prstDash val="solid"/>
            </a:ln>
          </a:insideH>
          <a:insideV>
            <a:ln>
              <a:noFill/>
            </a:ln>
          </a:insideV>
        </a:tcBdr>
        <a:fill>
          <a:solidFill>
            <a:srgbClr val="00B0F0">
              <a:lumMod val="20000"/>
              <a:lumOff val="80000"/>
            </a:srgbClr>
          </a:solidFill>
        </a:fill>
      </a:tcStyle>
    </a:firstCol>
    <a:lastRow>
      <a:tcTxStyle b="on">
        <a:fontRef idx="none">
          <a:srgbClr val="00B0F0"/>
        </a:fontRef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9525" cmpd="sng">
              <a:solidFill>
                <a:srgbClr val="00B0F0"/>
              </a:solidFill>
              <a:prstDash val="solid"/>
            </a:ln>
          </a:top>
          <a:bottom>
            <a:ln w="12700" cmpd="sng">
              <a:solidFill>
                <a:srgbClr val="00B0F0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rgbClr val="FFFFFF"/>
          </a:solidFill>
        </a:fill>
      </a:tcStyle>
    </a:lastRow>
    <a:seCell>
      <a:tcTxStyle b="on">
        <a:fontRef idx="none">
          <a:srgbClr val="00B0F0"/>
        </a:fontRef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9525" cmpd="sng">
              <a:solidFill>
                <a:srgbClr val="00B0F0"/>
              </a:solidFill>
              <a:prstDash val="solid"/>
            </a:ln>
          </a:top>
          <a:bottom>
            <a:ln w="12700" cmpd="sng">
              <a:solidFill>
                <a:srgbClr val="00B0F0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rgbClr val="FFFFFF"/>
          </a:solidFill>
        </a:fill>
      </a:tcStyle>
    </a:seCell>
    <a:swCell>
      <a:tcTxStyle b="on">
        <a:fontRef idx="none">
          <a:srgbClr val="00B0F0"/>
        </a:fontRef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9525" cmpd="sng">
              <a:solidFill>
                <a:srgbClr val="00B0F0"/>
              </a:solidFill>
              <a:prstDash val="solid"/>
            </a:ln>
          </a:top>
          <a:bottom>
            <a:ln w="12700" cmpd="sng">
              <a:solidFill>
                <a:srgbClr val="00B0F0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rgbClr val="FFFFFF"/>
          </a:solidFill>
        </a:fill>
      </a:tcStyle>
    </a:swCell>
    <a:firstRow>
      <a:tcTxStyle b="on">
        <a:fontRef idx="none">
          <a:srgbClr val="00B0F0"/>
        </a:fontRef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 w="12700" cmpd="sng">
              <a:solidFill>
                <a:srgbClr val="00B0F0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rgbClr val="FFFFFF"/>
          </a:solidFill>
        </a:fill>
      </a:tcStyle>
    </a:firstRow>
    <a:neCell>
      <a:tcTxStyle b="on">
        <a:fontRef idx="none">
          <a:srgbClr val="00B0F0"/>
        </a:fontRef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 w="12700" cmpd="sng">
              <a:solidFill>
                <a:srgbClr val="00B0F0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rgbClr val="FFFFFF"/>
          </a:solidFill>
        </a:fill>
      </a:tcStyle>
    </a:neCell>
    <a:nwCell>
      <a:tcTxStyle b="on">
        <a:fontRef idx="none">
          <a:srgbClr val="00B0F0"/>
        </a:fontRef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 w="12700" cmpd="sng">
              <a:solidFill>
                <a:srgbClr val="00B0F0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rgbClr val="FFFFFF"/>
          </a:solidFill>
        </a:fill>
      </a:tcStyle>
    </a:nwCell>
  </a:tblStyle>
  <a:tblStyle styleId="{81737C0E-AEBB-4A5D-9132-5AE929D4473D}" styleName="表样式 1">
    <a:wholeTbl>
      <a:tcTxStyle>
        <a:fontRef idx="none">
          <a:srgbClr val="000000"/>
        </a:fontRef>
      </a:tcTxStyle>
      <a:tcStyle>
        <a:tcBdr>
          <a:left>
            <a:ln w="12700" cmpd="sng">
              <a:solidFill>
                <a:srgbClr val="00B0F0"/>
              </a:solidFill>
              <a:prstDash val="solid"/>
            </a:ln>
          </a:left>
          <a:right>
            <a:ln w="12700" cmpd="sng">
              <a:solidFill>
                <a:srgbClr val="00B0F0"/>
              </a:solidFill>
              <a:prstDash val="solid"/>
            </a:ln>
          </a:right>
          <a:top>
            <a:ln w="12700" cmpd="sng">
              <a:solidFill>
                <a:srgbClr val="00B0F0"/>
              </a:solidFill>
              <a:prstDash val="solid"/>
            </a:ln>
          </a:top>
          <a:bottom>
            <a:ln w="12700" cmpd="sng">
              <a:solidFill>
                <a:srgbClr val="00B0F0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rgbClr val="FFFFFF"/>
          </a:solidFill>
        </a:fill>
      </a:tcStyle>
    </a:wholeTbl>
    <a:band2H>
      <a:tcStyle>
        <a:tcBdr/>
        <a:fill>
          <a:solidFill>
            <a:srgbClr val="00B0F0">
              <a:lumMod val="10000"/>
              <a:lumOff val="90000"/>
            </a:srgbClr>
          </a:solidFill>
        </a:fill>
      </a:tcStyle>
    </a:band2H>
    <a:band1V>
      <a:tcStyle>
        <a:tcBdr/>
        <a:fill>
          <a:solidFill>
            <a:srgbClr val="00B0F0">
              <a:lumMod val="10000"/>
              <a:lumOff val="90000"/>
            </a:srgbClr>
          </a:solidFill>
        </a:fill>
      </a:tcStyle>
    </a:band1V>
    <a:lastCol>
      <a:tcTxStyle b="on">
        <a:fontRef idx="none">
          <a:srgbClr val="08090C"/>
        </a:fontRef>
      </a:tcTxStyle>
      <a:tcStyle>
        <a:tcBdr>
          <a:left>
            <a:ln>
              <a:noFill/>
            </a:ln>
          </a:left>
          <a:right>
            <a:ln w="12700" cmpd="sng">
              <a:solidFill>
                <a:srgbClr val="00B0F0"/>
              </a:solidFill>
              <a:prstDash val="solid"/>
            </a:ln>
          </a:right>
          <a:top>
            <a:ln w="12700" cmpd="sng">
              <a:solidFill>
                <a:srgbClr val="00B0F0"/>
              </a:solidFill>
              <a:prstDash val="solid"/>
            </a:ln>
          </a:top>
          <a:bottom>
            <a:ln w="12700" cmpd="sng">
              <a:solidFill>
                <a:srgbClr val="00B0F0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rgbClr val="00B0F0">
              <a:lumMod val="20000"/>
              <a:lumOff val="80000"/>
            </a:srgbClr>
          </a:solidFill>
        </a:fill>
      </a:tcStyle>
    </a:lastCol>
    <a:firstCol>
      <a:tcTxStyle b="on">
        <a:fontRef idx="none">
          <a:srgbClr val="08090C"/>
        </a:fontRef>
      </a:tcTxStyle>
      <a:tcStyle>
        <a:tcBdr>
          <a:left>
            <a:ln w="12700" cmpd="sng">
              <a:solidFill>
                <a:srgbClr val="00B0F0"/>
              </a:solidFill>
              <a:prstDash val="solid"/>
            </a:ln>
          </a:left>
          <a:right>
            <a:ln>
              <a:noFill/>
            </a:ln>
          </a:right>
          <a:top>
            <a:ln w="12700" cmpd="sng">
              <a:solidFill>
                <a:srgbClr val="00B0F0"/>
              </a:solidFill>
              <a:prstDash val="solid"/>
            </a:ln>
          </a:top>
          <a:bottom>
            <a:ln w="12700" cmpd="sng">
              <a:solidFill>
                <a:srgbClr val="00B0F0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rgbClr val="00B0F0">
              <a:lumMod val="20000"/>
              <a:lumOff val="80000"/>
            </a:srgbClr>
          </a:solidFill>
        </a:fill>
      </a:tcStyle>
    </a:firstCol>
    <a:lastRow>
      <a:tcTxStyle b="on">
        <a:fontRef idx="none">
          <a:srgbClr val="FFFFFF"/>
        </a:fontRef>
      </a:tcTxStyle>
      <a:tcStyle>
        <a:tcBdr>
          <a:left>
            <a:ln w="12700" cmpd="sng">
              <a:solidFill>
                <a:srgbClr val="00B0F0"/>
              </a:solidFill>
              <a:prstDash val="solid"/>
            </a:ln>
          </a:left>
          <a:right>
            <a:ln w="12700" cmpd="sng">
              <a:solidFill>
                <a:srgbClr val="00B0F0"/>
              </a:solidFill>
              <a:prstDash val="solid"/>
            </a:ln>
          </a:right>
          <a:top>
            <a:ln w="12700" cmpd="sng">
              <a:solidFill>
                <a:srgbClr val="00B0F0"/>
              </a:solidFill>
              <a:prstDash val="solid"/>
            </a:ln>
          </a:top>
          <a:bottom>
            <a:ln w="12700" cmpd="sng">
              <a:solidFill>
                <a:srgbClr val="00B0F0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rgbClr val="00B0F0"/>
          </a:solidFill>
        </a:fill>
      </a:tcStyle>
    </a:lastRow>
    <a:seCell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9525" cmpd="sng">
              <a:solidFill>
                <a:srgbClr val="00B0F0"/>
              </a:solidFill>
              <a:prstDash val="solid"/>
            </a:ln>
          </a:top>
          <a:bottom>
            <a:ln w="9525" cmpd="sng">
              <a:solidFill>
                <a:srgbClr val="00B0F0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rgbClr val="FFFFFF"/>
          </a:solidFill>
        </a:fill>
      </a:tcStyle>
    </a:seCell>
    <a:swCell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9525" cmpd="sng">
              <a:solidFill>
                <a:srgbClr val="00B0F0"/>
              </a:solidFill>
              <a:prstDash val="solid"/>
            </a:ln>
          </a:top>
          <a:bottom>
            <a:ln w="9525" cmpd="sng">
              <a:solidFill>
                <a:srgbClr val="00B0F0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rgbClr val="FFFFFF"/>
          </a:solidFill>
        </a:fill>
      </a:tcStyle>
    </a:swCell>
    <a:firstRow>
      <a:tcTxStyle b="on">
        <a:fontRef idx="none">
          <a:srgbClr val="FFFFFF"/>
        </a:fontRef>
      </a:tcTxStyle>
      <a:tcStyle>
        <a:tcBdr>
          <a:left>
            <a:ln w="12700" cmpd="sng">
              <a:solidFill>
                <a:srgbClr val="00B0F0"/>
              </a:solidFill>
              <a:prstDash val="solid"/>
            </a:ln>
          </a:left>
          <a:right>
            <a:ln w="12700" cmpd="sng">
              <a:solidFill>
                <a:srgbClr val="00B0F0"/>
              </a:solidFill>
              <a:prstDash val="solid"/>
            </a:ln>
          </a:right>
          <a:top>
            <a:ln w="12700" cmpd="sng">
              <a:solidFill>
                <a:srgbClr val="00B0F0"/>
              </a:solidFill>
              <a:prstDash val="solid"/>
            </a:ln>
          </a:top>
          <a:bottom>
            <a:ln w="12700" cmpd="sng">
              <a:solidFill>
                <a:srgbClr val="00B0F0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rgbClr val="00B0F0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6" d="100"/>
          <a:sy n="116" d="100"/>
        </p:scale>
        <p:origin x="33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0" Type="http://schemas.openxmlformats.org/officeDocument/2006/relationships/tags" Target="tags/tag30.xml"/><Relationship Id="rId2" Type="http://schemas.openxmlformats.org/officeDocument/2006/relationships/theme" Target="theme/theme1.xml"/><Relationship Id="rId19" Type="http://schemas.openxmlformats.org/officeDocument/2006/relationships/tableStyles" Target="tableStyles.xml"/><Relationship Id="rId18" Type="http://schemas.openxmlformats.org/officeDocument/2006/relationships/viewProps" Target="viewProps.xml"/><Relationship Id="rId17" Type="http://schemas.openxmlformats.org/officeDocument/2006/relationships/presProps" Target="presProps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67C3866-A74C-214E-BBF9-6CFD6BF8FED7}" type="doc">
      <dgm:prSet loTypeId="urn:microsoft.com/office/officeart/2005/8/layout/list1" loCatId="" qsTypeId="urn:microsoft.com/office/officeart/2005/8/quickstyle/simple3" qsCatId="simple" csTypeId="urn:microsoft.com/office/officeart/2005/8/colors/accent1_2" csCatId="colorful" phldr="1"/>
      <dgm:spPr/>
      <dgm:t>
        <a:bodyPr/>
        <a:lstStyle/>
        <a:p>
          <a:endParaRPr lang="zh-CN" altLang="en-US"/>
        </a:p>
      </dgm:t>
    </dgm:pt>
    <dgm:pt modelId="{3A4E3601-ABE2-F340-8D56-06218561223B}">
      <dgm:prSet phldrT="[文本]"/>
      <dgm:spPr/>
      <dgm:t>
        <a:bodyPr/>
        <a:lstStyle/>
        <a:p>
          <a:r>
            <a:rPr lang="zh-CN" altLang="en-US" dirty="0" smtClean="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rPr>
            <a:t>目的</a:t>
          </a:r>
          <a:endParaRPr lang="zh-CN" altLang="en-US" dirty="0">
            <a:latin typeface="微软雅黑" panose="020B0503020204020204" charset="-122"/>
            <a:ea typeface="微软雅黑" panose="020B0503020204020204" charset="-122"/>
            <a:cs typeface="微软雅黑" panose="020B0503020204020204" charset="-122"/>
          </a:endParaRPr>
        </a:p>
      </dgm:t>
    </dgm:pt>
    <dgm:pt modelId="{AE67CB1E-B852-E649-AEA2-B4142541222A}" cxnId="{FC92FC9C-0EB1-45A6-85C2-420545A1663F}" type="parTrans">
      <dgm:prSet/>
      <dgm:spPr/>
      <dgm:t>
        <a:bodyPr/>
        <a:lstStyle/>
        <a:p>
          <a:endParaRPr lang="zh-CN" altLang="en-US">
            <a:latin typeface="微软雅黑" panose="020B0503020204020204" charset="-122"/>
            <a:ea typeface="微软雅黑" panose="020B0503020204020204" charset="-122"/>
            <a:cs typeface="微软雅黑" panose="020B0503020204020204" charset="-122"/>
          </a:endParaRPr>
        </a:p>
      </dgm:t>
    </dgm:pt>
    <dgm:pt modelId="{1CC7DCC7-A66F-CE4E-835A-33337E39F02B}" cxnId="{FC92FC9C-0EB1-45A6-85C2-420545A1663F}" type="sibTrans">
      <dgm:prSet/>
      <dgm:spPr/>
      <dgm:t>
        <a:bodyPr/>
        <a:lstStyle/>
        <a:p>
          <a:endParaRPr lang="zh-CN" altLang="en-US">
            <a:latin typeface="微软雅黑" panose="020B0503020204020204" charset="-122"/>
            <a:ea typeface="微软雅黑" panose="020B0503020204020204" charset="-122"/>
            <a:cs typeface="微软雅黑" panose="020B0503020204020204" charset="-122"/>
          </a:endParaRPr>
        </a:p>
      </dgm:t>
    </dgm:pt>
    <dgm:pt modelId="{ADF79D12-E79B-4F41-99EB-181F5F702CA5}">
      <dgm:prSet phldrT="[文本]" custT="1"/>
      <dgm:spPr/>
      <dgm:t>
        <a:bodyPr/>
        <a:lstStyle/>
        <a:p>
          <a:r>
            <a:rPr lang="zh-CN" altLang="en-US" sz="2000" dirty="0" smtClean="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rPr>
            <a:t>令评委感受到能力程度</a:t>
          </a:r>
          <a:endParaRPr lang="zh-CN" altLang="en-US" sz="2000" dirty="0">
            <a:latin typeface="微软雅黑" panose="020B0503020204020204" charset="-122"/>
            <a:ea typeface="微软雅黑" panose="020B0503020204020204" charset="-122"/>
            <a:cs typeface="微软雅黑" panose="020B0503020204020204" charset="-122"/>
          </a:endParaRPr>
        </a:p>
      </dgm:t>
    </dgm:pt>
    <dgm:pt modelId="{636F7AF1-BCA7-FF45-8941-48D908445BEF}" cxnId="{6BABACD2-8C19-4B61-AEEC-E60DC383EE1A}" type="parTrans">
      <dgm:prSet/>
      <dgm:spPr/>
      <dgm:t>
        <a:bodyPr/>
        <a:lstStyle/>
        <a:p>
          <a:endParaRPr lang="zh-CN" altLang="en-US">
            <a:latin typeface="微软雅黑" panose="020B0503020204020204" charset="-122"/>
            <a:ea typeface="微软雅黑" panose="020B0503020204020204" charset="-122"/>
            <a:cs typeface="微软雅黑" panose="020B0503020204020204" charset="-122"/>
          </a:endParaRPr>
        </a:p>
      </dgm:t>
    </dgm:pt>
    <dgm:pt modelId="{567BB6C0-6B86-2D4D-9BD0-C2B176EFE64E}" cxnId="{6BABACD2-8C19-4B61-AEEC-E60DC383EE1A}" type="sibTrans">
      <dgm:prSet/>
      <dgm:spPr/>
      <dgm:t>
        <a:bodyPr/>
        <a:lstStyle/>
        <a:p>
          <a:endParaRPr lang="zh-CN" altLang="en-US">
            <a:latin typeface="微软雅黑" panose="020B0503020204020204" charset="-122"/>
            <a:ea typeface="微软雅黑" panose="020B0503020204020204" charset="-122"/>
            <a:cs typeface="微软雅黑" panose="020B0503020204020204" charset="-122"/>
          </a:endParaRPr>
        </a:p>
      </dgm:t>
    </dgm:pt>
    <dgm:pt modelId="{F274119D-7692-B24E-8177-1AF2FEAE2FDF}">
      <dgm:prSet phldrT="[文本]" phldr="0" custT="0"/>
      <dgm:spPr/>
      <dgm:t>
        <a:bodyPr vert="horz" wrap="square"/>
        <a:p>
          <a:pPr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zh-CN" altLang="en-US" dirty="0" smtClean="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rPr>
            <a:t>各能力展示：请用</a:t>
          </a:r>
          <a:r>
            <a:rPr lang="en-US" altLang="zh-CN" dirty="0" smtClean="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rPr>
            <a:t>STAR</a:t>
          </a:r>
          <a:r>
            <a:rPr lang="en-US" altLang="zh-CN" dirty="0">
              <a:solidFill>
                <a:schemeClr val="tx1"/>
              </a:solidFill>
              <a:sym typeface="+mn-ea"/>
            </a:rPr>
            <a:t>T</a:t>
          </a:r>
          <a:r>
            <a:rPr lang="zh-CN" altLang="en-US" dirty="0" smtClean="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rPr>
            <a:t>结构</a:t>
          </a:r>
          <a:r>
            <a:rPr lang="zh-CN" altLang="en-US" dirty="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rPr>
            <a:t/>
          </a:r>
          <a:endParaRPr lang="zh-CN" altLang="en-US" dirty="0">
            <a:latin typeface="微软雅黑" panose="020B0503020204020204" charset="-122"/>
            <a:ea typeface="微软雅黑" panose="020B0503020204020204" charset="-122"/>
            <a:cs typeface="微软雅黑" panose="020B0503020204020204" charset="-122"/>
          </a:endParaRPr>
        </a:p>
      </dgm:t>
    </dgm:pt>
    <dgm:pt modelId="{328494D1-AFF5-734B-A239-F9898C46579E}" cxnId="{4D614E85-3957-47F5-A7FF-A34A70A0CBB8}" type="parTrans">
      <dgm:prSet/>
      <dgm:spPr/>
      <dgm:t>
        <a:bodyPr/>
        <a:lstStyle/>
        <a:p>
          <a:endParaRPr lang="zh-CN" altLang="en-US">
            <a:latin typeface="微软雅黑" panose="020B0503020204020204" charset="-122"/>
            <a:ea typeface="微软雅黑" panose="020B0503020204020204" charset="-122"/>
            <a:cs typeface="微软雅黑" panose="020B0503020204020204" charset="-122"/>
          </a:endParaRPr>
        </a:p>
      </dgm:t>
    </dgm:pt>
    <dgm:pt modelId="{57BD751A-0E2E-384C-AC44-B5431DB655F4}" cxnId="{4D614E85-3957-47F5-A7FF-A34A70A0CBB8}" type="sibTrans">
      <dgm:prSet/>
      <dgm:spPr/>
      <dgm:t>
        <a:bodyPr/>
        <a:lstStyle/>
        <a:p>
          <a:endParaRPr lang="zh-CN" altLang="en-US">
            <a:latin typeface="微软雅黑" panose="020B0503020204020204" charset="-122"/>
            <a:ea typeface="微软雅黑" panose="020B0503020204020204" charset="-122"/>
            <a:cs typeface="微软雅黑" panose="020B0503020204020204" charset="-122"/>
          </a:endParaRPr>
        </a:p>
      </dgm:t>
    </dgm:pt>
    <dgm:pt modelId="{AFDBC673-7BFD-F149-8B2C-606098793FCF}">
      <dgm:prSet phldrT="[文本]" custT="1"/>
      <dgm:spPr/>
      <dgm:t>
        <a:bodyPr/>
        <a:lstStyle/>
        <a:p>
          <a:r>
            <a:rPr lang="zh-CN" altLang="en-US" sz="2000" dirty="0" smtClean="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rPr>
            <a:t>举出事例后，从情景、行为、影响、结果及反思</a:t>
          </a:r>
          <a:r>
            <a:rPr lang="en-US" altLang="zh-CN" sz="2000" dirty="0" smtClean="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rPr>
            <a:t>5</a:t>
          </a:r>
          <a:r>
            <a:rPr lang="zh-CN" altLang="en-US" sz="2000" dirty="0" smtClean="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rPr>
            <a:t>个方面进行展示（“管理和发展人才”除外）</a:t>
          </a:r>
          <a:endParaRPr lang="zh-CN" altLang="en-US" sz="2000" dirty="0">
            <a:latin typeface="微软雅黑" panose="020B0503020204020204" charset="-122"/>
            <a:ea typeface="微软雅黑" panose="020B0503020204020204" charset="-122"/>
            <a:cs typeface="微软雅黑" panose="020B0503020204020204" charset="-122"/>
          </a:endParaRPr>
        </a:p>
      </dgm:t>
    </dgm:pt>
    <dgm:pt modelId="{E8437FB7-C310-E54E-91F7-D4CB92CB6840}" cxnId="{29167694-A050-45B3-80DD-7AA16E623E61}" type="parTrans">
      <dgm:prSet/>
      <dgm:spPr/>
      <dgm:t>
        <a:bodyPr/>
        <a:lstStyle/>
        <a:p>
          <a:endParaRPr lang="zh-CN" altLang="en-US">
            <a:latin typeface="微软雅黑" panose="020B0503020204020204" charset="-122"/>
            <a:ea typeface="微软雅黑" panose="020B0503020204020204" charset="-122"/>
            <a:cs typeface="微软雅黑" panose="020B0503020204020204" charset="-122"/>
          </a:endParaRPr>
        </a:p>
      </dgm:t>
    </dgm:pt>
    <dgm:pt modelId="{FF6D9EC5-2E0E-C84A-B436-9F92370F68D0}" cxnId="{29167694-A050-45B3-80DD-7AA16E623E61}" type="sibTrans">
      <dgm:prSet/>
      <dgm:spPr/>
      <dgm:t>
        <a:bodyPr/>
        <a:lstStyle/>
        <a:p>
          <a:endParaRPr lang="zh-CN" altLang="en-US">
            <a:latin typeface="微软雅黑" panose="020B0503020204020204" charset="-122"/>
            <a:ea typeface="微软雅黑" panose="020B0503020204020204" charset="-122"/>
            <a:cs typeface="微软雅黑" panose="020B0503020204020204" charset="-122"/>
          </a:endParaRPr>
        </a:p>
      </dgm:t>
    </dgm:pt>
    <dgm:pt modelId="{E1078B35-C15F-B943-A95C-E4A028F095CF}" type="pres">
      <dgm:prSet presAssocID="{467C3866-A74C-214E-BBF9-6CFD6BF8FED7}" presName="linear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zh-CN" altLang="en-US"/>
        </a:p>
      </dgm:t>
    </dgm:pt>
    <dgm:pt modelId="{70B0A576-84D1-BC4E-905D-B827D38EDAD6}" type="pres">
      <dgm:prSet presAssocID="{3A4E3601-ABE2-F340-8D56-06218561223B}" presName="parentLin" presStyleCnt="0"/>
      <dgm:spPr/>
      <dgm:t>
        <a:bodyPr/>
        <a:lstStyle/>
        <a:p>
          <a:endParaRPr lang="zh-CN" altLang="en-US"/>
        </a:p>
      </dgm:t>
    </dgm:pt>
    <dgm:pt modelId="{490510FE-3397-B64E-B167-FF7BD06B8E59}" type="pres">
      <dgm:prSet presAssocID="{3A4E3601-ABE2-F340-8D56-06218561223B}" presName="parentLeftMargin" presStyleCnt="0"/>
      <dgm:spPr/>
      <dgm:t>
        <a:bodyPr/>
        <a:lstStyle/>
        <a:p>
          <a:endParaRPr lang="zh-CN" altLang="en-US"/>
        </a:p>
      </dgm:t>
    </dgm:pt>
    <dgm:pt modelId="{10E554AA-8118-7941-B4A9-7657006FC81E}" type="pres">
      <dgm:prSet presAssocID="{3A4E3601-ABE2-F340-8D56-06218561223B}" presName="parentText" presStyleLbl="node1" presStyleIdx="0" presStyleCnt="2" custScaleY="71725">
        <dgm:presLayoutVars>
          <dgm:chMax val="0"/>
          <dgm:bulletEnabled val="1"/>
        </dgm:presLayoutVars>
      </dgm:prSet>
      <dgm:spPr/>
      <dgm:t>
        <a:bodyPr/>
        <a:lstStyle/>
        <a:p>
          <a:endParaRPr lang="zh-CN" altLang="en-US"/>
        </a:p>
      </dgm:t>
    </dgm:pt>
    <dgm:pt modelId="{4F9BE8A2-EE38-4542-A215-762541E30AC3}" type="pres">
      <dgm:prSet presAssocID="{3A4E3601-ABE2-F340-8D56-06218561223B}" presName="negativeSpace" presStyleCnt="0"/>
      <dgm:spPr/>
      <dgm:t>
        <a:bodyPr/>
        <a:lstStyle/>
        <a:p>
          <a:endParaRPr lang="zh-CN" altLang="en-US"/>
        </a:p>
      </dgm:t>
    </dgm:pt>
    <dgm:pt modelId="{FD81FA5C-65D4-E54C-ACFD-BF4EB9CD9278}" type="pres">
      <dgm:prSet presAssocID="{3A4E3601-ABE2-F340-8D56-06218561223B}" presName="childText" presStyleLbl="conFgAcc1" presStyleIdx="0" presStyleCnt="2">
        <dgm:presLayoutVars>
          <dgm:bulletEnabled val="1"/>
        </dgm:presLayoutVars>
      </dgm:prSet>
      <dgm:spPr/>
      <dgm:t>
        <a:bodyPr/>
        <a:lstStyle/>
        <a:p>
          <a:endParaRPr lang="zh-CN" altLang="en-US"/>
        </a:p>
      </dgm:t>
    </dgm:pt>
    <dgm:pt modelId="{C334619D-EB60-CA40-B1F2-561791654599}" type="pres">
      <dgm:prSet presAssocID="{1CC7DCC7-A66F-CE4E-835A-33337E39F02B}" presName="spaceBetweenRectangles" presStyleCnt="0"/>
      <dgm:spPr/>
      <dgm:t>
        <a:bodyPr/>
        <a:lstStyle/>
        <a:p>
          <a:endParaRPr lang="zh-CN" altLang="en-US"/>
        </a:p>
      </dgm:t>
    </dgm:pt>
    <dgm:pt modelId="{45BDEFBF-B067-2B42-912A-CAE62B33C948}" type="pres">
      <dgm:prSet presAssocID="{F274119D-7692-B24E-8177-1AF2FEAE2FDF}" presName="parentLin" presStyleCnt="0"/>
      <dgm:spPr/>
      <dgm:t>
        <a:bodyPr/>
        <a:lstStyle/>
        <a:p>
          <a:endParaRPr lang="zh-CN" altLang="en-US"/>
        </a:p>
      </dgm:t>
    </dgm:pt>
    <dgm:pt modelId="{5D3520AE-EB87-E244-B97A-225CBBADA8FA}" type="pres">
      <dgm:prSet presAssocID="{F274119D-7692-B24E-8177-1AF2FEAE2FDF}" presName="parentLeftMargin" presStyleCnt="0"/>
      <dgm:spPr/>
      <dgm:t>
        <a:bodyPr/>
        <a:lstStyle/>
        <a:p>
          <a:endParaRPr lang="zh-CN" altLang="en-US"/>
        </a:p>
      </dgm:t>
    </dgm:pt>
    <dgm:pt modelId="{6570029C-9640-F04D-8B05-11DACD78F705}" type="pres">
      <dgm:prSet presAssocID="{F274119D-7692-B24E-8177-1AF2FEAE2FDF}" presName="parentText" presStyleLbl="node1" presStyleIdx="1" presStyleCnt="2" custScaleY="77937" custLinFactNeighborY="97606">
        <dgm:presLayoutVars>
          <dgm:chMax val="0"/>
          <dgm:bulletEnabled val="1"/>
        </dgm:presLayoutVars>
      </dgm:prSet>
      <dgm:spPr/>
      <dgm:t>
        <a:bodyPr/>
        <a:lstStyle/>
        <a:p>
          <a:endParaRPr lang="zh-CN" altLang="en-US"/>
        </a:p>
      </dgm:t>
    </dgm:pt>
    <dgm:pt modelId="{896E7055-7F11-4A47-9857-50ABA6BC6B3E}" type="pres">
      <dgm:prSet presAssocID="{F274119D-7692-B24E-8177-1AF2FEAE2FDF}" presName="negativeSpace" presStyleCnt="0"/>
      <dgm:spPr/>
      <dgm:t>
        <a:bodyPr/>
        <a:lstStyle/>
        <a:p>
          <a:endParaRPr lang="zh-CN" altLang="en-US"/>
        </a:p>
      </dgm:t>
    </dgm:pt>
    <dgm:pt modelId="{AE512961-0ED2-9F4C-9206-BD5D07AAD7B2}" type="pres">
      <dgm:prSet presAssocID="{F274119D-7692-B24E-8177-1AF2FEAE2FDF}" presName="childText" presStyleLbl="conFgAcc1" presStyleIdx="1" presStyleCnt="2" custLinFactY="10618" custLinFactNeighborY="100000">
        <dgm:presLayoutVars>
          <dgm:bulletEnabled val="1"/>
        </dgm:presLayoutVars>
      </dgm:prSet>
      <dgm:spPr/>
      <dgm:t>
        <a:bodyPr/>
        <a:lstStyle/>
        <a:p>
          <a:endParaRPr lang="zh-CN" altLang="en-US"/>
        </a:p>
      </dgm:t>
    </dgm:pt>
  </dgm:ptLst>
  <dgm:cxnLst>
    <dgm:cxn modelId="{FC92FC9C-0EB1-45A6-85C2-420545A1663F}" srcId="{467C3866-A74C-214E-BBF9-6CFD6BF8FED7}" destId="{3A4E3601-ABE2-F340-8D56-06218561223B}" srcOrd="0" destOrd="0" parTransId="{AE67CB1E-B852-E649-AEA2-B4142541222A}" sibTransId="{1CC7DCC7-A66F-CE4E-835A-33337E39F02B}"/>
    <dgm:cxn modelId="{6BABACD2-8C19-4B61-AEEC-E60DC383EE1A}" srcId="{3A4E3601-ABE2-F340-8D56-06218561223B}" destId="{ADF79D12-E79B-4F41-99EB-181F5F702CA5}" srcOrd="0" destOrd="0" parTransId="{636F7AF1-BCA7-FF45-8941-48D908445BEF}" sibTransId="{567BB6C0-6B86-2D4D-9BD0-C2B176EFE64E}"/>
    <dgm:cxn modelId="{4D614E85-3957-47F5-A7FF-A34A70A0CBB8}" srcId="{467C3866-A74C-214E-BBF9-6CFD6BF8FED7}" destId="{F274119D-7692-B24E-8177-1AF2FEAE2FDF}" srcOrd="1" destOrd="0" parTransId="{328494D1-AFF5-734B-A239-F9898C46579E}" sibTransId="{57BD751A-0E2E-384C-AC44-B5431DB655F4}"/>
    <dgm:cxn modelId="{29167694-A050-45B3-80DD-7AA16E623E61}" srcId="{F274119D-7692-B24E-8177-1AF2FEAE2FDF}" destId="{AFDBC673-7BFD-F149-8B2C-606098793FCF}" srcOrd="0" destOrd="1" parTransId="{E8437FB7-C310-E54E-91F7-D4CB92CB6840}" sibTransId="{FF6D9EC5-2E0E-C84A-B436-9F92370F68D0}"/>
    <dgm:cxn modelId="{47EADAE9-29CA-4645-9F1F-C768361520EA}" type="presOf" srcId="{467C3866-A74C-214E-BBF9-6CFD6BF8FED7}" destId="{E1078B35-C15F-B943-A95C-E4A028F095CF}" srcOrd="0" destOrd="0" presId="urn:microsoft.com/office/officeart/2005/8/layout/list1"/>
    <dgm:cxn modelId="{E48F6AA9-98F5-4607-B5DD-24F3119E43FD}" type="presParOf" srcId="{E1078B35-C15F-B943-A95C-E4A028F095CF}" destId="{70B0A576-84D1-BC4E-905D-B827D38EDAD6}" srcOrd="0" destOrd="0" presId="urn:microsoft.com/office/officeart/2005/8/layout/list1"/>
    <dgm:cxn modelId="{1FCEDF0A-93AA-481E-9469-BB49AB6DF83D}" type="presParOf" srcId="{70B0A576-84D1-BC4E-905D-B827D38EDAD6}" destId="{490510FE-3397-B64E-B167-FF7BD06B8E59}" srcOrd="0" destOrd="0" presId="urn:microsoft.com/office/officeart/2005/8/layout/list1"/>
    <dgm:cxn modelId="{E48DCDBC-2025-4335-B7C6-B29851750F1A}" type="presOf" srcId="{3A4E3601-ABE2-F340-8D56-06218561223B}" destId="{490510FE-3397-B64E-B167-FF7BD06B8E59}" srcOrd="0" destOrd="0" presId="urn:microsoft.com/office/officeart/2005/8/layout/list1"/>
    <dgm:cxn modelId="{72A9D108-C305-4C1D-8C7F-91E8AB51DFAA}" type="presParOf" srcId="{70B0A576-84D1-BC4E-905D-B827D38EDAD6}" destId="{10E554AA-8118-7941-B4A9-7657006FC81E}" srcOrd="1" destOrd="0" presId="urn:microsoft.com/office/officeart/2005/8/layout/list1"/>
    <dgm:cxn modelId="{54E64AF6-B275-45DC-9FDD-9EFDD457D028}" type="presOf" srcId="{3A4E3601-ABE2-F340-8D56-06218561223B}" destId="{10E554AA-8118-7941-B4A9-7657006FC81E}" srcOrd="0" destOrd="0" presId="urn:microsoft.com/office/officeart/2005/8/layout/list1"/>
    <dgm:cxn modelId="{088A3942-0161-4B05-AFCC-078B7FE1D260}" type="presParOf" srcId="{E1078B35-C15F-B943-A95C-E4A028F095CF}" destId="{4F9BE8A2-EE38-4542-A215-762541E30AC3}" srcOrd="1" destOrd="0" presId="urn:microsoft.com/office/officeart/2005/8/layout/list1"/>
    <dgm:cxn modelId="{E96A2782-F92E-4B92-9FBD-1421A7BCC09D}" type="presParOf" srcId="{E1078B35-C15F-B943-A95C-E4A028F095CF}" destId="{FD81FA5C-65D4-E54C-ACFD-BF4EB9CD9278}" srcOrd="2" destOrd="0" presId="urn:microsoft.com/office/officeart/2005/8/layout/list1"/>
    <dgm:cxn modelId="{39893425-6B3B-43AE-B988-3AA591EBF4EB}" type="presOf" srcId="{ADF79D12-E79B-4F41-99EB-181F5F702CA5}" destId="{FD81FA5C-65D4-E54C-ACFD-BF4EB9CD9278}" srcOrd="0" destOrd="0" presId="urn:microsoft.com/office/officeart/2005/8/layout/list1"/>
    <dgm:cxn modelId="{B0992F9D-9827-43FD-A369-1CB91C0B0CA5}" type="presParOf" srcId="{E1078B35-C15F-B943-A95C-E4A028F095CF}" destId="{C334619D-EB60-CA40-B1F2-561791654599}" srcOrd="3" destOrd="0" presId="urn:microsoft.com/office/officeart/2005/8/layout/list1"/>
    <dgm:cxn modelId="{17149A26-B705-44F8-9DBD-B7C24E487564}" type="presParOf" srcId="{E1078B35-C15F-B943-A95C-E4A028F095CF}" destId="{45BDEFBF-B067-2B42-912A-CAE62B33C948}" srcOrd="4" destOrd="0" presId="urn:microsoft.com/office/officeart/2005/8/layout/list1"/>
    <dgm:cxn modelId="{0D0184A5-BBF5-4762-934F-18DDF2F129C0}" type="presParOf" srcId="{45BDEFBF-B067-2B42-912A-CAE62B33C948}" destId="{5D3520AE-EB87-E244-B97A-225CBBADA8FA}" srcOrd="0" destOrd="4" presId="urn:microsoft.com/office/officeart/2005/8/layout/list1"/>
    <dgm:cxn modelId="{D8C378FE-9BFA-4A09-97BB-ABF83C218EC5}" type="presOf" srcId="{F274119D-7692-B24E-8177-1AF2FEAE2FDF}" destId="{5D3520AE-EB87-E244-B97A-225CBBADA8FA}" srcOrd="0" destOrd="0" presId="urn:microsoft.com/office/officeart/2005/8/layout/list1"/>
    <dgm:cxn modelId="{7E869F9C-8F37-4965-86E5-7A5430A18225}" type="presParOf" srcId="{45BDEFBF-B067-2B42-912A-CAE62B33C948}" destId="{6570029C-9640-F04D-8B05-11DACD78F705}" srcOrd="1" destOrd="4" presId="urn:microsoft.com/office/officeart/2005/8/layout/list1"/>
    <dgm:cxn modelId="{4F01FD60-C52B-4AAB-8ACA-3F465C65F399}" type="presOf" srcId="{F274119D-7692-B24E-8177-1AF2FEAE2FDF}" destId="{6570029C-9640-F04D-8B05-11DACD78F705}" srcOrd="0" destOrd="0" presId="urn:microsoft.com/office/officeart/2005/8/layout/list1"/>
    <dgm:cxn modelId="{3E0CB474-FBAE-4E36-A9D0-02C2E23993F5}" type="presParOf" srcId="{E1078B35-C15F-B943-A95C-E4A028F095CF}" destId="{896E7055-7F11-4A47-9857-50ABA6BC6B3E}" srcOrd="5" destOrd="0" presId="urn:microsoft.com/office/officeart/2005/8/layout/list1"/>
    <dgm:cxn modelId="{A0242BE1-7A08-4524-9E3E-E723A41F1AF3}" type="presParOf" srcId="{E1078B35-C15F-B943-A95C-E4A028F095CF}" destId="{AE512961-0ED2-9F4C-9206-BD5D07AAD7B2}" srcOrd="6" destOrd="0" presId="urn:microsoft.com/office/officeart/2005/8/layout/list1"/>
    <dgm:cxn modelId="{3D8BAB0B-B598-4C67-A9C1-CC16A6633737}" type="presOf" srcId="{AFDBC673-7BFD-F149-8B2C-606098793FCF}" destId="{AE512961-0ED2-9F4C-9206-BD5D07AAD7B2}" srcOrd="0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5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0B15BD8E-709C-4527-B3CC-54CBB8FC3872}" type="doc">
      <dgm:prSet loTypeId="urn:microsoft.com/office/officeart/2005/8/layout/cycle8" loCatId="cycle" qsTypeId="urn:microsoft.com/office/officeart/2005/8/quickstyle/simple5" qsCatId="simple" csTypeId="urn:microsoft.com/office/officeart/2005/8/colors/colorful1" csCatId="colorful" phldr="1"/>
      <dgm:spPr/>
      <dgm:t>
        <a:bodyPr/>
        <a:lstStyle/>
        <a:p>
          <a:endParaRPr lang="zh-CN" altLang="en-US"/>
        </a:p>
      </dgm:t>
    </dgm:pt>
    <dgm:pt modelId="{1B5281F6-62A8-4EEB-A830-87233BE0C931}">
      <dgm:prSet phldrT="[文本]"/>
      <dgm:spPr/>
      <dgm:t>
        <a:bodyPr/>
        <a:lstStyle/>
        <a:p>
          <a:r>
            <a:rPr lang="zh-CN" altLang="en-US" b="1" dirty="0" smtClean="0">
              <a:latin typeface="微软雅黑" panose="020B0503020204020204" charset="-122"/>
              <a:ea typeface="微软雅黑" panose="020B0503020204020204" charset="-122"/>
            </a:rPr>
            <a:t>情景</a:t>
          </a:r>
          <a:endParaRPr lang="zh-CN" altLang="en-US" b="1" dirty="0">
            <a:latin typeface="微软雅黑" panose="020B0503020204020204" charset="-122"/>
            <a:ea typeface="微软雅黑" panose="020B0503020204020204" charset="-122"/>
          </a:endParaRPr>
        </a:p>
      </dgm:t>
    </dgm:pt>
    <dgm:pt modelId="{D5D2021B-86CF-4EB5-81AC-3F74DEC2161D}" cxnId="{8A0B507D-A281-44B4-8877-28F093314CC3}" type="parTrans">
      <dgm:prSet/>
      <dgm:spPr/>
      <dgm:t>
        <a:bodyPr/>
        <a:lstStyle/>
        <a:p>
          <a:endParaRPr lang="zh-CN" altLang="en-US" b="1">
            <a:latin typeface="微软雅黑" panose="020B0503020204020204" charset="-122"/>
            <a:ea typeface="微软雅黑" panose="020B0503020204020204" charset="-122"/>
          </a:endParaRPr>
        </a:p>
      </dgm:t>
    </dgm:pt>
    <dgm:pt modelId="{872EEDAC-BF7E-45E3-86C4-6B6CC6AF2F11}" cxnId="{8A0B507D-A281-44B4-8877-28F093314CC3}" type="sibTrans">
      <dgm:prSet/>
      <dgm:spPr/>
      <dgm:t>
        <a:bodyPr/>
        <a:lstStyle/>
        <a:p>
          <a:endParaRPr lang="zh-CN" altLang="en-US" b="1">
            <a:latin typeface="微软雅黑" panose="020B0503020204020204" charset="-122"/>
            <a:ea typeface="微软雅黑" panose="020B0503020204020204" charset="-122"/>
          </a:endParaRPr>
        </a:p>
      </dgm:t>
    </dgm:pt>
    <dgm:pt modelId="{A3E8AFAD-32BB-4CCD-82CF-422DEFF137CB}">
      <dgm:prSet phldrT="[文本]"/>
      <dgm:spPr/>
      <dgm:t>
        <a:bodyPr/>
        <a:lstStyle/>
        <a:p>
          <a:r>
            <a:rPr lang="zh-CN" altLang="en-US" b="1" dirty="0" smtClean="0">
              <a:latin typeface="微软雅黑" panose="020B0503020204020204" charset="-122"/>
              <a:ea typeface="微软雅黑" panose="020B0503020204020204" charset="-122"/>
            </a:rPr>
            <a:t>行为</a:t>
          </a:r>
          <a:endParaRPr lang="zh-CN" altLang="en-US" b="1" dirty="0">
            <a:latin typeface="微软雅黑" panose="020B0503020204020204" charset="-122"/>
            <a:ea typeface="微软雅黑" panose="020B0503020204020204" charset="-122"/>
          </a:endParaRPr>
        </a:p>
      </dgm:t>
    </dgm:pt>
    <dgm:pt modelId="{4F1E3892-ED81-41DF-8E9D-CA023B59287A}" cxnId="{4A40AFA8-184B-4280-BAD7-19EF7B784207}" type="parTrans">
      <dgm:prSet/>
      <dgm:spPr/>
      <dgm:t>
        <a:bodyPr/>
        <a:lstStyle/>
        <a:p>
          <a:endParaRPr lang="zh-CN" altLang="en-US" b="1">
            <a:latin typeface="微软雅黑" panose="020B0503020204020204" charset="-122"/>
            <a:ea typeface="微软雅黑" panose="020B0503020204020204" charset="-122"/>
          </a:endParaRPr>
        </a:p>
      </dgm:t>
    </dgm:pt>
    <dgm:pt modelId="{99B1D2BA-9CA8-4BF8-B648-978F7E501C58}" cxnId="{4A40AFA8-184B-4280-BAD7-19EF7B784207}" type="sibTrans">
      <dgm:prSet/>
      <dgm:spPr/>
      <dgm:t>
        <a:bodyPr/>
        <a:lstStyle/>
        <a:p>
          <a:endParaRPr lang="zh-CN" altLang="en-US" b="1">
            <a:latin typeface="微软雅黑" panose="020B0503020204020204" charset="-122"/>
            <a:ea typeface="微软雅黑" panose="020B0503020204020204" charset="-122"/>
          </a:endParaRPr>
        </a:p>
      </dgm:t>
    </dgm:pt>
    <dgm:pt modelId="{656BC85A-1F33-4F2B-8ABD-18292ACD0238}">
      <dgm:prSet phldrT="[文本]"/>
      <dgm:spPr/>
      <dgm:t>
        <a:bodyPr/>
        <a:lstStyle/>
        <a:p>
          <a:r>
            <a:rPr lang="zh-CN" altLang="en-US" b="1" dirty="0" smtClean="0">
              <a:latin typeface="微软雅黑" panose="020B0503020204020204" charset="-122"/>
              <a:ea typeface="微软雅黑" panose="020B0503020204020204" charset="-122"/>
            </a:rPr>
            <a:t>影响</a:t>
          </a:r>
          <a:endParaRPr lang="zh-CN" altLang="en-US" b="1" dirty="0">
            <a:latin typeface="微软雅黑" panose="020B0503020204020204" charset="-122"/>
            <a:ea typeface="微软雅黑" panose="020B0503020204020204" charset="-122"/>
          </a:endParaRPr>
        </a:p>
      </dgm:t>
    </dgm:pt>
    <dgm:pt modelId="{5B818626-3B44-4AD5-BAD7-8B694E174DEF}" cxnId="{7F62BB10-2078-4E9A-900B-734CAC710366}" type="parTrans">
      <dgm:prSet/>
      <dgm:spPr/>
      <dgm:t>
        <a:bodyPr/>
        <a:lstStyle/>
        <a:p>
          <a:endParaRPr lang="zh-CN" altLang="en-US" b="1">
            <a:latin typeface="微软雅黑" panose="020B0503020204020204" charset="-122"/>
            <a:ea typeface="微软雅黑" panose="020B0503020204020204" charset="-122"/>
          </a:endParaRPr>
        </a:p>
      </dgm:t>
    </dgm:pt>
    <dgm:pt modelId="{4918F76A-58F9-4D71-A782-BF3066D64A8D}" cxnId="{7F62BB10-2078-4E9A-900B-734CAC710366}" type="sibTrans">
      <dgm:prSet/>
      <dgm:spPr/>
      <dgm:t>
        <a:bodyPr/>
        <a:lstStyle/>
        <a:p>
          <a:endParaRPr lang="zh-CN" altLang="en-US" b="1">
            <a:latin typeface="微软雅黑" panose="020B0503020204020204" charset="-122"/>
            <a:ea typeface="微软雅黑" panose="020B0503020204020204" charset="-122"/>
          </a:endParaRPr>
        </a:p>
      </dgm:t>
    </dgm:pt>
    <dgm:pt modelId="{97A20FD5-8B3B-4D63-97D1-B714FDE67A83}">
      <dgm:prSet/>
      <dgm:spPr/>
      <dgm:t>
        <a:bodyPr/>
        <a:lstStyle/>
        <a:p>
          <a:r>
            <a:rPr lang="zh-CN" altLang="en-US" b="1" dirty="0" smtClean="0">
              <a:latin typeface="微软雅黑" panose="020B0503020204020204" charset="-122"/>
              <a:ea typeface="微软雅黑" panose="020B0503020204020204" charset="-122"/>
            </a:rPr>
            <a:t>结果</a:t>
          </a:r>
          <a:endParaRPr lang="zh-CN" altLang="en-US" b="1" dirty="0">
            <a:latin typeface="微软雅黑" panose="020B0503020204020204" charset="-122"/>
            <a:ea typeface="微软雅黑" panose="020B0503020204020204" charset="-122"/>
          </a:endParaRPr>
        </a:p>
      </dgm:t>
    </dgm:pt>
    <dgm:pt modelId="{10E7AD70-2CB9-44B9-A28D-29EB29811FE1}" cxnId="{12F06AA9-6E69-495D-BC32-749EF3009A1B}" type="parTrans">
      <dgm:prSet/>
      <dgm:spPr/>
      <dgm:t>
        <a:bodyPr/>
        <a:lstStyle/>
        <a:p>
          <a:endParaRPr lang="zh-CN" altLang="en-US" b="1">
            <a:latin typeface="微软雅黑" panose="020B0503020204020204" charset="-122"/>
            <a:ea typeface="微软雅黑" panose="020B0503020204020204" charset="-122"/>
          </a:endParaRPr>
        </a:p>
      </dgm:t>
    </dgm:pt>
    <dgm:pt modelId="{BCBBEC75-B4BF-476A-AC1D-E021FC5F19EA}" cxnId="{12F06AA9-6E69-495D-BC32-749EF3009A1B}" type="sibTrans">
      <dgm:prSet/>
      <dgm:spPr/>
      <dgm:t>
        <a:bodyPr/>
        <a:lstStyle/>
        <a:p>
          <a:endParaRPr lang="zh-CN" altLang="en-US" b="1">
            <a:latin typeface="微软雅黑" panose="020B0503020204020204" charset="-122"/>
            <a:ea typeface="微软雅黑" panose="020B0503020204020204" charset="-122"/>
          </a:endParaRPr>
        </a:p>
      </dgm:t>
    </dgm:pt>
    <dgm:pt modelId="{EE9D52CB-29CF-4CD7-9EC6-4DE8059978B3}">
      <dgm:prSet/>
      <dgm:spPr/>
      <dgm:t>
        <a:bodyPr/>
        <a:lstStyle/>
        <a:p>
          <a:r>
            <a:rPr lang="zh-CN" altLang="en-US" b="1" dirty="0" smtClean="0">
              <a:latin typeface="微软雅黑" panose="020B0503020204020204" charset="-122"/>
              <a:ea typeface="微软雅黑" panose="020B0503020204020204" charset="-122"/>
            </a:rPr>
            <a:t>反思</a:t>
          </a:r>
          <a:endParaRPr lang="zh-CN" altLang="en-US" b="1" dirty="0">
            <a:latin typeface="微软雅黑" panose="020B0503020204020204" charset="-122"/>
            <a:ea typeface="微软雅黑" panose="020B0503020204020204" charset="-122"/>
          </a:endParaRPr>
        </a:p>
      </dgm:t>
    </dgm:pt>
    <dgm:pt modelId="{D782B223-C58C-4396-8C1F-4C79831494C3}" cxnId="{D8BEF49E-2D08-4D46-AEEE-DE75B21F309E}" type="parTrans">
      <dgm:prSet/>
      <dgm:spPr/>
      <dgm:t>
        <a:bodyPr/>
        <a:lstStyle/>
        <a:p>
          <a:endParaRPr lang="zh-CN" altLang="en-US" b="1">
            <a:latin typeface="微软雅黑" panose="020B0503020204020204" charset="-122"/>
            <a:ea typeface="微软雅黑" panose="020B0503020204020204" charset="-122"/>
          </a:endParaRPr>
        </a:p>
      </dgm:t>
    </dgm:pt>
    <dgm:pt modelId="{77C270E9-B766-4CB0-9326-281E3963E2FB}" cxnId="{D8BEF49E-2D08-4D46-AEEE-DE75B21F309E}" type="sibTrans">
      <dgm:prSet/>
      <dgm:spPr/>
      <dgm:t>
        <a:bodyPr/>
        <a:lstStyle/>
        <a:p>
          <a:endParaRPr lang="zh-CN" altLang="en-US" b="1">
            <a:latin typeface="微软雅黑" panose="020B0503020204020204" charset="-122"/>
            <a:ea typeface="微软雅黑" panose="020B0503020204020204" charset="-122"/>
          </a:endParaRPr>
        </a:p>
      </dgm:t>
    </dgm:pt>
    <dgm:pt modelId="{77BCE4FB-7B0F-4505-8A2B-A80256516D4F}" type="pres">
      <dgm:prSet presAssocID="{0B15BD8E-709C-4527-B3CC-54CBB8FC3872}" presName="compositeShape" presStyleCnt="0">
        <dgm:presLayoutVars>
          <dgm:chMax val="7"/>
          <dgm:dir/>
          <dgm:resizeHandles val="exact"/>
        </dgm:presLayoutVars>
      </dgm:prSet>
      <dgm:spPr/>
      <dgm:t>
        <a:bodyPr/>
        <a:lstStyle/>
        <a:p>
          <a:endParaRPr lang="zh-CN" altLang="en-US"/>
        </a:p>
      </dgm:t>
    </dgm:pt>
    <dgm:pt modelId="{5149BA17-D329-4E03-A3F7-F457EA99E870}" type="pres">
      <dgm:prSet presAssocID="{0B15BD8E-709C-4527-B3CC-54CBB8FC3872}" presName="wedge1" presStyleLbl="node1" presStyleIdx="0" presStyleCnt="5"/>
      <dgm:spPr/>
      <dgm:t>
        <a:bodyPr/>
        <a:lstStyle/>
        <a:p>
          <a:endParaRPr lang="zh-CN" altLang="en-US"/>
        </a:p>
      </dgm:t>
    </dgm:pt>
    <dgm:pt modelId="{2A2F7483-4CCC-45E7-8ED8-7C6E4895508F}" type="pres">
      <dgm:prSet presAssocID="{0B15BD8E-709C-4527-B3CC-54CBB8FC3872}" presName="dummy1a" presStyleCnt="0"/>
      <dgm:spPr/>
    </dgm:pt>
    <dgm:pt modelId="{AA2BC6BD-35E6-4C1E-BCB5-40FC65F0FBF0}" type="pres">
      <dgm:prSet presAssocID="{0B15BD8E-709C-4527-B3CC-54CBB8FC3872}" presName="dummy1b" presStyleCnt="0"/>
      <dgm:spPr/>
    </dgm:pt>
    <dgm:pt modelId="{7F4FBDEC-612F-45D0-8AA0-E4DB7592D096}" type="pres">
      <dgm:prSet presAssocID="{0B15BD8E-709C-4527-B3CC-54CBB8FC3872}" presName="wedge1Tx" presStyleLbl="node1" presStyleIdx="0" presStyleCnt="5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zh-CN" altLang="en-US"/>
        </a:p>
      </dgm:t>
    </dgm:pt>
    <dgm:pt modelId="{E772B39E-DC85-401B-8DEA-D0067639966C}" type="pres">
      <dgm:prSet presAssocID="{0B15BD8E-709C-4527-B3CC-54CBB8FC3872}" presName="wedge2" presStyleLbl="node1" presStyleIdx="1" presStyleCnt="5"/>
      <dgm:spPr/>
      <dgm:t>
        <a:bodyPr/>
        <a:lstStyle/>
        <a:p>
          <a:endParaRPr lang="zh-CN" altLang="en-US"/>
        </a:p>
      </dgm:t>
    </dgm:pt>
    <dgm:pt modelId="{5ECDCB57-E648-42DC-B697-16F28EED5DA2}" type="pres">
      <dgm:prSet presAssocID="{0B15BD8E-709C-4527-B3CC-54CBB8FC3872}" presName="dummy2a" presStyleCnt="0"/>
      <dgm:spPr/>
    </dgm:pt>
    <dgm:pt modelId="{7E2366A9-385A-48E1-B9C9-EB741784EE67}" type="pres">
      <dgm:prSet presAssocID="{0B15BD8E-709C-4527-B3CC-54CBB8FC3872}" presName="dummy2b" presStyleCnt="0"/>
      <dgm:spPr/>
    </dgm:pt>
    <dgm:pt modelId="{98339CF5-46B3-4167-8516-33F0E2B6BC79}" type="pres">
      <dgm:prSet presAssocID="{0B15BD8E-709C-4527-B3CC-54CBB8FC3872}" presName="wedge2Tx" presStyleLbl="node1" presStyleIdx="1" presStyleCnt="5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zh-CN" altLang="en-US"/>
        </a:p>
      </dgm:t>
    </dgm:pt>
    <dgm:pt modelId="{1EE271D6-C03C-42B9-A2C9-4B7007A60C8F}" type="pres">
      <dgm:prSet presAssocID="{0B15BD8E-709C-4527-B3CC-54CBB8FC3872}" presName="wedge3" presStyleLbl="node1" presStyleIdx="2" presStyleCnt="5"/>
      <dgm:spPr/>
      <dgm:t>
        <a:bodyPr/>
        <a:lstStyle/>
        <a:p>
          <a:endParaRPr lang="zh-CN" altLang="en-US"/>
        </a:p>
      </dgm:t>
    </dgm:pt>
    <dgm:pt modelId="{C00AACF1-1D75-42FF-AB8D-4F509B3DC3B7}" type="pres">
      <dgm:prSet presAssocID="{0B15BD8E-709C-4527-B3CC-54CBB8FC3872}" presName="dummy3a" presStyleCnt="0"/>
      <dgm:spPr/>
    </dgm:pt>
    <dgm:pt modelId="{EE9E2598-6F46-4337-BB93-5063894AF518}" type="pres">
      <dgm:prSet presAssocID="{0B15BD8E-709C-4527-B3CC-54CBB8FC3872}" presName="dummy3b" presStyleCnt="0"/>
      <dgm:spPr/>
    </dgm:pt>
    <dgm:pt modelId="{AD0A0ECD-C80A-4FDD-BBF0-09D4A07DDBB4}" type="pres">
      <dgm:prSet presAssocID="{0B15BD8E-709C-4527-B3CC-54CBB8FC3872}" presName="wedge3Tx" presStyleLbl="node1" presStyleIdx="2" presStyleCnt="5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zh-CN" altLang="en-US"/>
        </a:p>
      </dgm:t>
    </dgm:pt>
    <dgm:pt modelId="{82EF065D-CACA-489E-B66F-4B155C46FF50}" type="pres">
      <dgm:prSet presAssocID="{0B15BD8E-709C-4527-B3CC-54CBB8FC3872}" presName="wedge4" presStyleLbl="node1" presStyleIdx="3" presStyleCnt="5"/>
      <dgm:spPr/>
      <dgm:t>
        <a:bodyPr/>
        <a:lstStyle/>
        <a:p>
          <a:endParaRPr lang="zh-CN" altLang="en-US"/>
        </a:p>
      </dgm:t>
    </dgm:pt>
    <dgm:pt modelId="{70DD4CD6-0516-411F-8CE2-A4EC80CFFE1E}" type="pres">
      <dgm:prSet presAssocID="{0B15BD8E-709C-4527-B3CC-54CBB8FC3872}" presName="dummy4a" presStyleCnt="0"/>
      <dgm:spPr/>
    </dgm:pt>
    <dgm:pt modelId="{EF215D7E-FF3F-4639-AEF2-4B3846E14F9E}" type="pres">
      <dgm:prSet presAssocID="{0B15BD8E-709C-4527-B3CC-54CBB8FC3872}" presName="dummy4b" presStyleCnt="0"/>
      <dgm:spPr/>
    </dgm:pt>
    <dgm:pt modelId="{3B3DCDCF-B379-4BE6-A8C7-6837BFC6781C}" type="pres">
      <dgm:prSet presAssocID="{0B15BD8E-709C-4527-B3CC-54CBB8FC3872}" presName="wedge4Tx" presStyleLbl="node1" presStyleIdx="3" presStyleCnt="5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zh-CN" altLang="en-US"/>
        </a:p>
      </dgm:t>
    </dgm:pt>
    <dgm:pt modelId="{1879E091-720B-44F1-8E9B-31DDA26A5643}" type="pres">
      <dgm:prSet presAssocID="{0B15BD8E-709C-4527-B3CC-54CBB8FC3872}" presName="wedge5" presStyleLbl="node1" presStyleIdx="4" presStyleCnt="5"/>
      <dgm:spPr/>
      <dgm:t>
        <a:bodyPr/>
        <a:lstStyle/>
        <a:p>
          <a:endParaRPr lang="zh-CN" altLang="en-US"/>
        </a:p>
      </dgm:t>
    </dgm:pt>
    <dgm:pt modelId="{FFB2569F-9DEC-4625-B5D2-7C8FC9894BF7}" type="pres">
      <dgm:prSet presAssocID="{0B15BD8E-709C-4527-B3CC-54CBB8FC3872}" presName="dummy5a" presStyleCnt="0"/>
      <dgm:spPr/>
    </dgm:pt>
    <dgm:pt modelId="{04676565-DB01-4ABE-A5BB-03C1BA39DAE5}" type="pres">
      <dgm:prSet presAssocID="{0B15BD8E-709C-4527-B3CC-54CBB8FC3872}" presName="dummy5b" presStyleCnt="0"/>
      <dgm:spPr/>
    </dgm:pt>
    <dgm:pt modelId="{A7889618-0A4C-4F71-95AF-C2CCA29314DD}" type="pres">
      <dgm:prSet presAssocID="{0B15BD8E-709C-4527-B3CC-54CBB8FC3872}" presName="wedge5Tx" presStyleLbl="node1" presStyleIdx="4" presStyleCnt="5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zh-CN" altLang="en-US"/>
        </a:p>
      </dgm:t>
    </dgm:pt>
    <dgm:pt modelId="{92BEC899-665B-47C2-9D94-8735C6978EF7}" type="pres">
      <dgm:prSet presAssocID="{872EEDAC-BF7E-45E3-86C4-6B6CC6AF2F11}" presName="arrowWedge1" presStyleLbl="fgSibTrans2D1" presStyleIdx="0" presStyleCnt="5"/>
      <dgm:spPr/>
    </dgm:pt>
    <dgm:pt modelId="{61BC305B-8AAB-452B-857E-5595A5DEB2F8}" type="pres">
      <dgm:prSet presAssocID="{99B1D2BA-9CA8-4BF8-B648-978F7E501C58}" presName="arrowWedge2" presStyleLbl="fgSibTrans2D1" presStyleIdx="1" presStyleCnt="5"/>
      <dgm:spPr/>
    </dgm:pt>
    <dgm:pt modelId="{12F8D43D-3A4F-44EE-8891-D27FFF108BD7}" type="pres">
      <dgm:prSet presAssocID="{4918F76A-58F9-4D71-A782-BF3066D64A8D}" presName="arrowWedge3" presStyleLbl="fgSibTrans2D1" presStyleIdx="2" presStyleCnt="5"/>
      <dgm:spPr/>
    </dgm:pt>
    <dgm:pt modelId="{C9A2C19B-B97F-4B58-A98F-E7D3A710F1DA}" type="pres">
      <dgm:prSet presAssocID="{BCBBEC75-B4BF-476A-AC1D-E021FC5F19EA}" presName="arrowWedge4" presStyleLbl="fgSibTrans2D1" presStyleIdx="3" presStyleCnt="5"/>
      <dgm:spPr/>
    </dgm:pt>
    <dgm:pt modelId="{55799562-D20A-4D81-BB35-3A655D1D9EEE}" type="pres">
      <dgm:prSet presAssocID="{77C270E9-B766-4CB0-9326-281E3963E2FB}" presName="arrowWedge5" presStyleLbl="fgSibTrans2D1" presStyleIdx="4" presStyleCnt="5"/>
      <dgm:spPr/>
    </dgm:pt>
  </dgm:ptLst>
  <dgm:cxnLst>
    <dgm:cxn modelId="{F5127C07-D305-4BBE-B53A-D4DD7EB8A75D}" type="presOf" srcId="{656BC85A-1F33-4F2B-8ABD-18292ACD0238}" destId="{1EE271D6-C03C-42B9-A2C9-4B7007A60C8F}" srcOrd="0" destOrd="0" presId="urn:microsoft.com/office/officeart/2005/8/layout/cycle8"/>
    <dgm:cxn modelId="{6CA8F3C5-62DD-4C8F-BD8D-630E21D25ADE}" type="presOf" srcId="{EE9D52CB-29CF-4CD7-9EC6-4DE8059978B3}" destId="{1879E091-720B-44F1-8E9B-31DDA26A5643}" srcOrd="0" destOrd="0" presId="urn:microsoft.com/office/officeart/2005/8/layout/cycle8"/>
    <dgm:cxn modelId="{7316242E-BC1C-4493-83F0-660E5588F443}" type="presOf" srcId="{EE9D52CB-29CF-4CD7-9EC6-4DE8059978B3}" destId="{A7889618-0A4C-4F71-95AF-C2CCA29314DD}" srcOrd="1" destOrd="0" presId="urn:microsoft.com/office/officeart/2005/8/layout/cycle8"/>
    <dgm:cxn modelId="{7F62BB10-2078-4E9A-900B-734CAC710366}" srcId="{0B15BD8E-709C-4527-B3CC-54CBB8FC3872}" destId="{656BC85A-1F33-4F2B-8ABD-18292ACD0238}" srcOrd="2" destOrd="0" parTransId="{5B818626-3B44-4AD5-BAD7-8B694E174DEF}" sibTransId="{4918F76A-58F9-4D71-A782-BF3066D64A8D}"/>
    <dgm:cxn modelId="{8A0B507D-A281-44B4-8877-28F093314CC3}" srcId="{0B15BD8E-709C-4527-B3CC-54CBB8FC3872}" destId="{1B5281F6-62A8-4EEB-A830-87233BE0C931}" srcOrd="0" destOrd="0" parTransId="{D5D2021B-86CF-4EB5-81AC-3F74DEC2161D}" sibTransId="{872EEDAC-BF7E-45E3-86C4-6B6CC6AF2F11}"/>
    <dgm:cxn modelId="{12F06AA9-6E69-495D-BC32-749EF3009A1B}" srcId="{0B15BD8E-709C-4527-B3CC-54CBB8FC3872}" destId="{97A20FD5-8B3B-4D63-97D1-B714FDE67A83}" srcOrd="3" destOrd="0" parTransId="{10E7AD70-2CB9-44B9-A28D-29EB29811FE1}" sibTransId="{BCBBEC75-B4BF-476A-AC1D-E021FC5F19EA}"/>
    <dgm:cxn modelId="{2A86A1D3-4AC3-4892-824F-3439EC731E80}" type="presOf" srcId="{1B5281F6-62A8-4EEB-A830-87233BE0C931}" destId="{7F4FBDEC-612F-45D0-8AA0-E4DB7592D096}" srcOrd="1" destOrd="0" presId="urn:microsoft.com/office/officeart/2005/8/layout/cycle8"/>
    <dgm:cxn modelId="{D8BEF49E-2D08-4D46-AEEE-DE75B21F309E}" srcId="{0B15BD8E-709C-4527-B3CC-54CBB8FC3872}" destId="{EE9D52CB-29CF-4CD7-9EC6-4DE8059978B3}" srcOrd="4" destOrd="0" parTransId="{D782B223-C58C-4396-8C1F-4C79831494C3}" sibTransId="{77C270E9-B766-4CB0-9326-281E3963E2FB}"/>
    <dgm:cxn modelId="{4A40AFA8-184B-4280-BAD7-19EF7B784207}" srcId="{0B15BD8E-709C-4527-B3CC-54CBB8FC3872}" destId="{A3E8AFAD-32BB-4CCD-82CF-422DEFF137CB}" srcOrd="1" destOrd="0" parTransId="{4F1E3892-ED81-41DF-8E9D-CA023B59287A}" sibTransId="{99B1D2BA-9CA8-4BF8-B648-978F7E501C58}"/>
    <dgm:cxn modelId="{111D6987-C690-40DB-91A4-818348B19591}" type="presOf" srcId="{A3E8AFAD-32BB-4CCD-82CF-422DEFF137CB}" destId="{98339CF5-46B3-4167-8516-33F0E2B6BC79}" srcOrd="1" destOrd="0" presId="urn:microsoft.com/office/officeart/2005/8/layout/cycle8"/>
    <dgm:cxn modelId="{81E80C0C-5475-408B-B3D3-576F7E57DF73}" type="presOf" srcId="{1B5281F6-62A8-4EEB-A830-87233BE0C931}" destId="{5149BA17-D329-4E03-A3F7-F457EA99E870}" srcOrd="0" destOrd="0" presId="urn:microsoft.com/office/officeart/2005/8/layout/cycle8"/>
    <dgm:cxn modelId="{BAA7FAA2-2166-4661-9D87-8151275D1252}" type="presOf" srcId="{97A20FD5-8B3B-4D63-97D1-B714FDE67A83}" destId="{82EF065D-CACA-489E-B66F-4B155C46FF50}" srcOrd="0" destOrd="0" presId="urn:microsoft.com/office/officeart/2005/8/layout/cycle8"/>
    <dgm:cxn modelId="{1D68AA34-2DF8-42B0-B4D4-D820DED1578F}" type="presOf" srcId="{0B15BD8E-709C-4527-B3CC-54CBB8FC3872}" destId="{77BCE4FB-7B0F-4505-8A2B-A80256516D4F}" srcOrd="0" destOrd="0" presId="urn:microsoft.com/office/officeart/2005/8/layout/cycle8"/>
    <dgm:cxn modelId="{3A7F0282-1998-46CC-BACF-D46B826038F8}" type="presOf" srcId="{656BC85A-1F33-4F2B-8ABD-18292ACD0238}" destId="{AD0A0ECD-C80A-4FDD-BBF0-09D4A07DDBB4}" srcOrd="1" destOrd="0" presId="urn:microsoft.com/office/officeart/2005/8/layout/cycle8"/>
    <dgm:cxn modelId="{9DF68224-5176-4F8B-A4F2-95C8FC105280}" type="presOf" srcId="{97A20FD5-8B3B-4D63-97D1-B714FDE67A83}" destId="{3B3DCDCF-B379-4BE6-A8C7-6837BFC6781C}" srcOrd="1" destOrd="0" presId="urn:microsoft.com/office/officeart/2005/8/layout/cycle8"/>
    <dgm:cxn modelId="{69C16964-C96A-4BA4-976A-F990947E897A}" type="presOf" srcId="{A3E8AFAD-32BB-4CCD-82CF-422DEFF137CB}" destId="{E772B39E-DC85-401B-8DEA-D0067639966C}" srcOrd="0" destOrd="0" presId="urn:microsoft.com/office/officeart/2005/8/layout/cycle8"/>
    <dgm:cxn modelId="{2264A530-7A45-4076-9A58-F5E68EADEC74}" type="presParOf" srcId="{77BCE4FB-7B0F-4505-8A2B-A80256516D4F}" destId="{5149BA17-D329-4E03-A3F7-F457EA99E870}" srcOrd="0" destOrd="0" presId="urn:microsoft.com/office/officeart/2005/8/layout/cycle8"/>
    <dgm:cxn modelId="{8ADCC6C4-0510-4447-86BF-90DEA9F41AB4}" type="presParOf" srcId="{77BCE4FB-7B0F-4505-8A2B-A80256516D4F}" destId="{2A2F7483-4CCC-45E7-8ED8-7C6E4895508F}" srcOrd="1" destOrd="0" presId="urn:microsoft.com/office/officeart/2005/8/layout/cycle8"/>
    <dgm:cxn modelId="{5E3D0314-78B9-4543-80F7-F014258AB23B}" type="presParOf" srcId="{77BCE4FB-7B0F-4505-8A2B-A80256516D4F}" destId="{AA2BC6BD-35E6-4C1E-BCB5-40FC65F0FBF0}" srcOrd="2" destOrd="0" presId="urn:microsoft.com/office/officeart/2005/8/layout/cycle8"/>
    <dgm:cxn modelId="{23CDAB67-CED6-4127-A78F-D5E7D4B06E44}" type="presParOf" srcId="{77BCE4FB-7B0F-4505-8A2B-A80256516D4F}" destId="{7F4FBDEC-612F-45D0-8AA0-E4DB7592D096}" srcOrd="3" destOrd="0" presId="urn:microsoft.com/office/officeart/2005/8/layout/cycle8"/>
    <dgm:cxn modelId="{55707596-BC96-4E0C-B024-5AD2136C42C8}" type="presParOf" srcId="{77BCE4FB-7B0F-4505-8A2B-A80256516D4F}" destId="{E772B39E-DC85-401B-8DEA-D0067639966C}" srcOrd="4" destOrd="0" presId="urn:microsoft.com/office/officeart/2005/8/layout/cycle8"/>
    <dgm:cxn modelId="{E2F064E7-FAEE-429F-9008-AE147C06A369}" type="presParOf" srcId="{77BCE4FB-7B0F-4505-8A2B-A80256516D4F}" destId="{5ECDCB57-E648-42DC-B697-16F28EED5DA2}" srcOrd="5" destOrd="0" presId="urn:microsoft.com/office/officeart/2005/8/layout/cycle8"/>
    <dgm:cxn modelId="{1DA05541-A161-498F-8D37-459542F4BF17}" type="presParOf" srcId="{77BCE4FB-7B0F-4505-8A2B-A80256516D4F}" destId="{7E2366A9-385A-48E1-B9C9-EB741784EE67}" srcOrd="6" destOrd="0" presId="urn:microsoft.com/office/officeart/2005/8/layout/cycle8"/>
    <dgm:cxn modelId="{59A9592E-577C-413E-B08A-5B130AA24223}" type="presParOf" srcId="{77BCE4FB-7B0F-4505-8A2B-A80256516D4F}" destId="{98339CF5-46B3-4167-8516-33F0E2B6BC79}" srcOrd="7" destOrd="0" presId="urn:microsoft.com/office/officeart/2005/8/layout/cycle8"/>
    <dgm:cxn modelId="{5597CE11-70F4-4A5F-8DB9-CF2E4CFED529}" type="presParOf" srcId="{77BCE4FB-7B0F-4505-8A2B-A80256516D4F}" destId="{1EE271D6-C03C-42B9-A2C9-4B7007A60C8F}" srcOrd="8" destOrd="0" presId="urn:microsoft.com/office/officeart/2005/8/layout/cycle8"/>
    <dgm:cxn modelId="{BF96A9DC-FA36-4195-A98C-63631BCD78F3}" type="presParOf" srcId="{77BCE4FB-7B0F-4505-8A2B-A80256516D4F}" destId="{C00AACF1-1D75-42FF-AB8D-4F509B3DC3B7}" srcOrd="9" destOrd="0" presId="urn:microsoft.com/office/officeart/2005/8/layout/cycle8"/>
    <dgm:cxn modelId="{5701F0F8-4048-4085-9D98-F4E67E2374F9}" type="presParOf" srcId="{77BCE4FB-7B0F-4505-8A2B-A80256516D4F}" destId="{EE9E2598-6F46-4337-BB93-5063894AF518}" srcOrd="10" destOrd="0" presId="urn:microsoft.com/office/officeart/2005/8/layout/cycle8"/>
    <dgm:cxn modelId="{4CC0862A-351C-42A7-B6A3-76345CB2DC78}" type="presParOf" srcId="{77BCE4FB-7B0F-4505-8A2B-A80256516D4F}" destId="{AD0A0ECD-C80A-4FDD-BBF0-09D4A07DDBB4}" srcOrd="11" destOrd="0" presId="urn:microsoft.com/office/officeart/2005/8/layout/cycle8"/>
    <dgm:cxn modelId="{81714842-141F-49DC-9878-A42E8AB2129E}" type="presParOf" srcId="{77BCE4FB-7B0F-4505-8A2B-A80256516D4F}" destId="{82EF065D-CACA-489E-B66F-4B155C46FF50}" srcOrd="12" destOrd="0" presId="urn:microsoft.com/office/officeart/2005/8/layout/cycle8"/>
    <dgm:cxn modelId="{E3A886C0-503D-46F9-BA80-6F9FD83D76DA}" type="presParOf" srcId="{77BCE4FB-7B0F-4505-8A2B-A80256516D4F}" destId="{70DD4CD6-0516-411F-8CE2-A4EC80CFFE1E}" srcOrd="13" destOrd="0" presId="urn:microsoft.com/office/officeart/2005/8/layout/cycle8"/>
    <dgm:cxn modelId="{21525760-0439-46D4-A32D-EC3F7BE0A206}" type="presParOf" srcId="{77BCE4FB-7B0F-4505-8A2B-A80256516D4F}" destId="{EF215D7E-FF3F-4639-AEF2-4B3846E14F9E}" srcOrd="14" destOrd="0" presId="urn:microsoft.com/office/officeart/2005/8/layout/cycle8"/>
    <dgm:cxn modelId="{1D33A97E-EEA7-4C0C-8111-0F4C16D61A8A}" type="presParOf" srcId="{77BCE4FB-7B0F-4505-8A2B-A80256516D4F}" destId="{3B3DCDCF-B379-4BE6-A8C7-6837BFC6781C}" srcOrd="15" destOrd="0" presId="urn:microsoft.com/office/officeart/2005/8/layout/cycle8"/>
    <dgm:cxn modelId="{CD9E3D83-FA41-430F-9C7F-C46996C96228}" type="presParOf" srcId="{77BCE4FB-7B0F-4505-8A2B-A80256516D4F}" destId="{1879E091-720B-44F1-8E9B-31DDA26A5643}" srcOrd="16" destOrd="0" presId="urn:microsoft.com/office/officeart/2005/8/layout/cycle8"/>
    <dgm:cxn modelId="{30600F6A-276C-429D-A5B4-7BC12F535A50}" type="presParOf" srcId="{77BCE4FB-7B0F-4505-8A2B-A80256516D4F}" destId="{FFB2569F-9DEC-4625-B5D2-7C8FC9894BF7}" srcOrd="17" destOrd="0" presId="urn:microsoft.com/office/officeart/2005/8/layout/cycle8"/>
    <dgm:cxn modelId="{3CFAE7EA-7803-4C57-811D-31A483F47763}" type="presParOf" srcId="{77BCE4FB-7B0F-4505-8A2B-A80256516D4F}" destId="{04676565-DB01-4ABE-A5BB-03C1BA39DAE5}" srcOrd="18" destOrd="0" presId="urn:microsoft.com/office/officeart/2005/8/layout/cycle8"/>
    <dgm:cxn modelId="{D5C8E375-742C-4FFE-8241-DDE2400857F8}" type="presParOf" srcId="{77BCE4FB-7B0F-4505-8A2B-A80256516D4F}" destId="{A7889618-0A4C-4F71-95AF-C2CCA29314DD}" srcOrd="19" destOrd="0" presId="urn:microsoft.com/office/officeart/2005/8/layout/cycle8"/>
    <dgm:cxn modelId="{537806C8-8A37-4A94-8E79-8D38BDE67D80}" type="presParOf" srcId="{77BCE4FB-7B0F-4505-8A2B-A80256516D4F}" destId="{92BEC899-665B-47C2-9D94-8735C6978EF7}" srcOrd="20" destOrd="0" presId="urn:microsoft.com/office/officeart/2005/8/layout/cycle8"/>
    <dgm:cxn modelId="{E7FB650B-1835-49B5-990A-75EE4BE3895F}" type="presParOf" srcId="{77BCE4FB-7B0F-4505-8A2B-A80256516D4F}" destId="{61BC305B-8AAB-452B-857E-5595A5DEB2F8}" srcOrd="21" destOrd="0" presId="urn:microsoft.com/office/officeart/2005/8/layout/cycle8"/>
    <dgm:cxn modelId="{50442553-8317-403F-90D2-92E6F855BA8A}" type="presParOf" srcId="{77BCE4FB-7B0F-4505-8A2B-A80256516D4F}" destId="{12F8D43D-3A4F-44EE-8891-D27FFF108BD7}" srcOrd="22" destOrd="0" presId="urn:microsoft.com/office/officeart/2005/8/layout/cycle8"/>
    <dgm:cxn modelId="{5DB92C0C-C98A-48AD-8E96-C347D7A3E931}" type="presParOf" srcId="{77BCE4FB-7B0F-4505-8A2B-A80256516D4F}" destId="{C9A2C19B-B97F-4B58-A98F-E7D3A710F1DA}" srcOrd="23" destOrd="0" presId="urn:microsoft.com/office/officeart/2005/8/layout/cycle8"/>
    <dgm:cxn modelId="{D1F3447C-7FFA-4E1C-BB3F-A00F93CA3A34}" type="presParOf" srcId="{77BCE4FB-7B0F-4505-8A2B-A80256516D4F}" destId="{55799562-D20A-4D81-BB35-3A655D1D9EEE}" srcOrd="24" destOrd="0" presId="urn:microsoft.com/office/officeart/2005/8/layout/cycle8"/>
  </dgm:cxnLst>
  <dgm:bg/>
  <dgm:whole/>
  <dgm:extLst>
    <a:ext uri="http://schemas.microsoft.com/office/drawing/2008/diagram">
      <dsp:dataModelExt xmlns:dsp="http://schemas.microsoft.com/office/drawing/2008/diagram" relId="rId10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 xmlns:r="http://schemas.openxmlformats.org/officeDocument/2006/relationships">
  <dsp:spTree>
    <dsp:nvGrpSpPr>
      <dsp:cNvPr id="2" name="组合 1"/>
      <dsp:cNvGrpSpPr/>
    </dsp:nvGrpSpPr>
    <dsp:grpSpPr>
      <a:xfrm>
        <a:off x="0" y="0"/>
        <a:ext cx="5976664" cy="4984328"/>
        <a:chOff x="0" y="0"/>
        <a:chExt cx="5976664" cy="4984328"/>
      </a:xfrm>
    </dsp:grpSpPr>
    <dsp:sp modelId="{FD81FA5C-65D4-E54C-ACFD-BF4EB9CD9278}">
      <dsp:nvSpPr>
        <dsp:cNvPr id="5" name="矩形 4"/>
        <dsp:cNvSpPr/>
      </dsp:nvSpPr>
      <dsp:spPr bwMode="white">
        <a:xfrm>
          <a:off x="0" y="1180692"/>
          <a:ext cx="5976664" cy="927100"/>
        </a:xfrm>
        <a:prstGeom prst="rect">
          <a:avLst/>
        </a:prstGeom>
      </dsp:spPr>
      <dsp:style>
        <a:lnRef idx="1">
          <a:schemeClr val="accent1"/>
        </a:lnRef>
        <a:fillRef idx="1">
          <a:schemeClr val="lt1">
            <a:alpha val="90000"/>
          </a:schemeClr>
        </a:fillRef>
        <a:effectRef idx="0">
          <a:scrgbClr r="0" g="0" b="0"/>
        </a:effectRef>
        <a:fontRef idx="minor"/>
      </dsp:style>
      <dsp:txBody>
        <a:bodyPr lIns="463855" tIns="458216" rIns="463855" bIns="142240" anchor="t"/>
        <a:lstStyle>
          <a:lvl1pPr algn="l">
            <a:defRPr sz="2200"/>
          </a:lvl1pPr>
          <a:lvl2pPr marL="228600" indent="-228600" algn="l">
            <a:defRPr sz="2200"/>
          </a:lvl2pPr>
          <a:lvl3pPr marL="457200" indent="-228600" algn="l">
            <a:defRPr sz="2200"/>
          </a:lvl3pPr>
          <a:lvl4pPr marL="685800" indent="-228600" algn="l">
            <a:defRPr sz="2200"/>
          </a:lvl4pPr>
          <a:lvl5pPr marL="914400" indent="-228600" algn="l">
            <a:defRPr sz="2200"/>
          </a:lvl5pPr>
          <a:lvl6pPr marL="1143000" indent="-228600" algn="l">
            <a:defRPr sz="2200"/>
          </a:lvl6pPr>
          <a:lvl7pPr marL="1371600" indent="-228600" algn="l">
            <a:defRPr sz="2200"/>
          </a:lvl7pPr>
          <a:lvl8pPr marL="1600200" indent="-228600" algn="l">
            <a:defRPr sz="2200"/>
          </a:lvl8pPr>
          <a:lvl9pPr marL="1828800" indent="-228600" algn="l">
            <a:defRPr sz="2200"/>
          </a:lvl9pPr>
        </a:lstStyle>
        <a:p>
          <a:pPr marL="228600" lvl="1" indent="-228600">
            <a:lnSpc>
              <a:spcPct val="10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zh-CN" altLang="en-US" sz="2000" dirty="0" smtClean="0">
              <a:solidFill>
                <a:schemeClr val="dk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rPr>
            <a:t>令评委感受到能力程度</a:t>
          </a:r>
          <a:endParaRPr lang="zh-CN" altLang="en-US" sz="2000" dirty="0">
            <a:solidFill>
              <a:schemeClr val="dk1"/>
            </a:solidFill>
            <a:latin typeface="微软雅黑" panose="020B0503020204020204" charset="-122"/>
            <a:ea typeface="微软雅黑" panose="020B0503020204020204" charset="-122"/>
            <a:cs typeface="微软雅黑" panose="020B0503020204020204" charset="-122"/>
          </a:endParaRPr>
        </a:p>
      </dsp:txBody>
      <dsp:txXfrm>
        <a:off x="0" y="1180692"/>
        <a:ext cx="5976664" cy="927100"/>
      </dsp:txXfrm>
    </dsp:sp>
    <dsp:sp modelId="{10E554AA-8118-7941-B4A9-7657006FC81E}">
      <dsp:nvSpPr>
        <dsp:cNvPr id="4" name="圆角矩形 3"/>
        <dsp:cNvSpPr/>
      </dsp:nvSpPr>
      <dsp:spPr bwMode="white">
        <a:xfrm>
          <a:off x="298833" y="1039602"/>
          <a:ext cx="4183665" cy="465811"/>
        </a:xfrm>
        <a:prstGeom prst="roundRect">
          <a:avLst/>
        </a:prstGeom>
        <a:sp3d prstMaterial="dkEdge">
          <a:bevelT w="8200" h="38100"/>
        </a:sp3d>
      </dsp:spPr>
      <dsp:style>
        <a:lnRef idx="0">
          <a:schemeClr val="lt1"/>
        </a:lnRef>
        <a:fillRef idx="2">
          <a:schemeClr val="accent1"/>
        </a:fillRef>
        <a:effectRef idx="1">
          <a:scrgbClr r="0" g="0" b="0"/>
        </a:effectRef>
        <a:fontRef idx="minor">
          <a:schemeClr val="dk1"/>
        </a:fontRef>
      </dsp:style>
      <dsp:txBody>
        <a:bodyPr lIns="158132" tIns="0" rIns="158132" bIns="0" anchor="ctr"/>
        <a:lstStyle>
          <a:lvl1pPr algn="l">
            <a:defRPr sz="2200"/>
          </a:lvl1pPr>
          <a:lvl2pPr marL="171450" indent="-171450" algn="l">
            <a:defRPr sz="1700"/>
          </a:lvl2pPr>
          <a:lvl3pPr marL="342900" indent="-171450" algn="l">
            <a:defRPr sz="1700"/>
          </a:lvl3pPr>
          <a:lvl4pPr marL="514350" indent="-171450" algn="l">
            <a:defRPr sz="1700"/>
          </a:lvl4pPr>
          <a:lvl5pPr marL="685800" indent="-171450" algn="l">
            <a:defRPr sz="1700"/>
          </a:lvl5pPr>
          <a:lvl6pPr marL="857250" indent="-171450" algn="l">
            <a:defRPr sz="1700"/>
          </a:lvl6pPr>
          <a:lvl7pPr marL="1028700" indent="-171450" algn="l">
            <a:defRPr sz="1700"/>
          </a:lvl7pPr>
          <a:lvl8pPr marL="1200150" indent="-171450" algn="l">
            <a:defRPr sz="1700"/>
          </a:lvl8pPr>
          <a:lvl9pPr marL="1371600" indent="-171450" algn="l">
            <a:defRPr sz="1700"/>
          </a:lvl9pPr>
        </a:lstStyle>
        <a:p>
          <a:pPr lvl="0"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zh-CN" altLang="en-US" dirty="0" smtClean="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rPr>
            <a:t>目的</a:t>
          </a:r>
          <a:endParaRPr lang="zh-CN" altLang="en-US" dirty="0">
            <a:latin typeface="微软雅黑" panose="020B0503020204020204" charset="-122"/>
            <a:ea typeface="微软雅黑" panose="020B0503020204020204" charset="-122"/>
            <a:cs typeface="微软雅黑" panose="020B0503020204020204" charset="-122"/>
          </a:endParaRPr>
        </a:p>
      </dsp:txBody>
      <dsp:txXfrm>
        <a:off x="298833" y="1039602"/>
        <a:ext cx="4183665" cy="465811"/>
      </dsp:txXfrm>
    </dsp:sp>
    <dsp:sp modelId="{AE512961-0ED2-9F4C-9206-BD5D07AAD7B2}">
      <dsp:nvSpPr>
        <dsp:cNvPr id="8" name="矩形 7"/>
        <dsp:cNvSpPr/>
      </dsp:nvSpPr>
      <dsp:spPr bwMode="white">
        <a:xfrm>
          <a:off x="0" y="2895913"/>
          <a:ext cx="5976664" cy="1536700"/>
        </a:xfrm>
        <a:prstGeom prst="rect">
          <a:avLst/>
        </a:prstGeom>
      </dsp:spPr>
      <dsp:style>
        <a:lnRef idx="1">
          <a:schemeClr val="accent1"/>
        </a:lnRef>
        <a:fillRef idx="1">
          <a:schemeClr val="lt1">
            <a:alpha val="90000"/>
          </a:schemeClr>
        </a:fillRef>
        <a:effectRef idx="0">
          <a:scrgbClr r="0" g="0" b="0"/>
        </a:effectRef>
        <a:fontRef idx="minor"/>
      </dsp:style>
      <dsp:txBody>
        <a:bodyPr lIns="463855" tIns="458216" rIns="463855" bIns="142240" anchor="t"/>
        <a:lstStyle>
          <a:lvl1pPr algn="l">
            <a:defRPr sz="2200"/>
          </a:lvl1pPr>
          <a:lvl2pPr marL="228600" indent="-228600" algn="l">
            <a:defRPr sz="2200"/>
          </a:lvl2pPr>
          <a:lvl3pPr marL="457200" indent="-228600" algn="l">
            <a:defRPr sz="2200"/>
          </a:lvl3pPr>
          <a:lvl4pPr marL="685800" indent="-228600" algn="l">
            <a:defRPr sz="2200"/>
          </a:lvl4pPr>
          <a:lvl5pPr marL="914400" indent="-228600" algn="l">
            <a:defRPr sz="2200"/>
          </a:lvl5pPr>
          <a:lvl6pPr marL="1143000" indent="-228600" algn="l">
            <a:defRPr sz="2200"/>
          </a:lvl6pPr>
          <a:lvl7pPr marL="1371600" indent="-228600" algn="l">
            <a:defRPr sz="2200"/>
          </a:lvl7pPr>
          <a:lvl8pPr marL="1600200" indent="-228600" algn="l">
            <a:defRPr sz="2200"/>
          </a:lvl8pPr>
          <a:lvl9pPr marL="1828800" indent="-228600" algn="l">
            <a:defRPr sz="2200"/>
          </a:lvl9pPr>
        </a:lstStyle>
        <a:p>
          <a:pPr marL="228600" lvl="1" indent="-228600">
            <a:lnSpc>
              <a:spcPct val="10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zh-CN" altLang="en-US" sz="2000" dirty="0" smtClean="0">
              <a:solidFill>
                <a:schemeClr val="dk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rPr>
            <a:t>举出事例后，从情景、行为、影响、结果及反思</a:t>
          </a:r>
          <a:r>
            <a:rPr lang="en-US" altLang="zh-CN" sz="2000" dirty="0" smtClean="0">
              <a:solidFill>
                <a:schemeClr val="dk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rPr>
            <a:t>5</a:t>
          </a:r>
          <a:r>
            <a:rPr lang="zh-CN" altLang="en-US" sz="2000" dirty="0" smtClean="0">
              <a:solidFill>
                <a:schemeClr val="dk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rPr>
            <a:t>个方面进行展示（“管理和发展人才”除外）</a:t>
          </a:r>
          <a:endParaRPr lang="zh-CN" altLang="en-US" sz="2000" dirty="0">
            <a:solidFill>
              <a:schemeClr val="dk1"/>
            </a:solidFill>
            <a:latin typeface="微软雅黑" panose="020B0503020204020204" charset="-122"/>
            <a:ea typeface="微软雅黑" panose="020B0503020204020204" charset="-122"/>
            <a:cs typeface="微软雅黑" panose="020B0503020204020204" charset="-122"/>
          </a:endParaRPr>
        </a:p>
      </dsp:txBody>
      <dsp:txXfrm>
        <a:off x="0" y="2895913"/>
        <a:ext cx="5976664" cy="1536700"/>
      </dsp:txXfrm>
    </dsp:sp>
    <dsp:sp modelId="{6570029C-9640-F04D-8B05-11DACD78F705}">
      <dsp:nvSpPr>
        <dsp:cNvPr id="7" name="圆角矩形 6"/>
        <dsp:cNvSpPr/>
      </dsp:nvSpPr>
      <dsp:spPr bwMode="white">
        <a:xfrm>
          <a:off x="298833" y="2860485"/>
          <a:ext cx="4183665" cy="506154"/>
        </a:xfrm>
        <a:prstGeom prst="roundRect">
          <a:avLst/>
        </a:prstGeom>
        <a:sp3d prstMaterial="dkEdge">
          <a:bevelT w="8200" h="38100"/>
        </a:sp3d>
      </dsp:spPr>
      <dsp:style>
        <a:lnRef idx="0">
          <a:schemeClr val="lt1"/>
        </a:lnRef>
        <a:fillRef idx="2">
          <a:schemeClr val="accent1"/>
        </a:fillRef>
        <a:effectRef idx="1">
          <a:scrgbClr r="0" g="0" b="0"/>
        </a:effectRef>
        <a:fontRef idx="minor">
          <a:schemeClr val="dk1"/>
        </a:fontRef>
      </dsp:style>
      <dsp:txBody>
        <a:bodyPr vert="horz" wrap="square" lIns="158132" tIns="0" rIns="158132" bIns="0" anchor="ctr"/>
        <a:lstStyle>
          <a:lvl1pPr algn="l">
            <a:defRPr sz="2200"/>
          </a:lvl1pPr>
          <a:lvl2pPr marL="171450" indent="-171450" algn="l">
            <a:defRPr sz="1700"/>
          </a:lvl2pPr>
          <a:lvl3pPr marL="342900" indent="-171450" algn="l">
            <a:defRPr sz="1700"/>
          </a:lvl3pPr>
          <a:lvl4pPr marL="514350" indent="-171450" algn="l">
            <a:defRPr sz="1700"/>
          </a:lvl4pPr>
          <a:lvl5pPr marL="685800" indent="-171450" algn="l">
            <a:defRPr sz="1700"/>
          </a:lvl5pPr>
          <a:lvl6pPr marL="857250" indent="-171450" algn="l">
            <a:defRPr sz="1700"/>
          </a:lvl6pPr>
          <a:lvl7pPr marL="1028700" indent="-171450" algn="l">
            <a:defRPr sz="1700"/>
          </a:lvl7pPr>
          <a:lvl8pPr marL="1200150" indent="-171450" algn="l">
            <a:defRPr sz="1700"/>
          </a:lvl8pPr>
          <a:lvl9pPr marL="1371600" indent="-171450" algn="l">
            <a:defRPr sz="1700"/>
          </a:lvl9pPr>
        </a:lstStyle>
        <a:p>
          <a:pPr lvl="0"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zh-CN" altLang="en-US" dirty="0" smtClean="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rPr>
            <a:t>各能力展示：请用</a:t>
          </a:r>
          <a:r>
            <a:rPr lang="en-US" altLang="zh-CN" dirty="0" smtClean="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rPr>
            <a:t>STAR</a:t>
          </a:r>
          <a:r>
            <a:rPr lang="en-US" altLang="zh-CN" dirty="0">
              <a:solidFill>
                <a:schemeClr val="tx1"/>
              </a:solidFill>
              <a:sym typeface="+mn-ea"/>
            </a:rPr>
            <a:t>T</a:t>
          </a:r>
          <a:r>
            <a:rPr lang="zh-CN" altLang="en-US" dirty="0" smtClean="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rPr>
            <a:t>结构</a:t>
          </a:r>
          <a:endParaRPr lang="zh-CN" altLang="en-US" dirty="0">
            <a:latin typeface="微软雅黑" panose="020B0503020204020204" charset="-122"/>
            <a:ea typeface="微软雅黑" panose="020B0503020204020204" charset="-122"/>
            <a:cs typeface="微软雅黑" panose="020B0503020204020204" charset="-122"/>
          </a:endParaRPr>
        </a:p>
      </dsp:txBody>
      <dsp:txXfrm>
        <a:off x="298833" y="2860485"/>
        <a:ext cx="4183665" cy="506154"/>
      </dsp:txXfrm>
    </dsp:sp>
    <dsp:sp modelId="{490510FE-3397-B64E-B167-FF7BD06B8E59}">
      <dsp:nvSpPr>
        <dsp:cNvPr id="3" name="矩形 2" hidden="1"/>
        <dsp:cNvSpPr/>
      </dsp:nvSpPr>
      <dsp:spPr>
        <a:xfrm>
          <a:off x="0" y="1039602"/>
          <a:ext cx="298833" cy="465811"/>
        </a:xfrm>
        <a:prstGeom prst="rect">
          <a:avLst/>
        </a:prstGeom>
      </dsp:spPr>
      <dsp:txXfrm>
        <a:off x="0" y="1039602"/>
        <a:ext cx="298833" cy="465811"/>
      </dsp:txXfrm>
    </dsp:sp>
    <dsp:sp modelId="{5D3520AE-EB87-E244-B97A-225CBBADA8FA}">
      <dsp:nvSpPr>
        <dsp:cNvPr id="6" name="矩形 5" hidden="1"/>
        <dsp:cNvSpPr/>
      </dsp:nvSpPr>
      <dsp:spPr>
        <a:xfrm>
          <a:off x="0" y="2226592"/>
          <a:ext cx="298833" cy="506154"/>
        </a:xfrm>
        <a:prstGeom prst="rect">
          <a:avLst/>
        </a:prstGeom>
      </dsp:spPr>
      <dsp:txXfrm>
        <a:off x="0" y="2226592"/>
        <a:ext cx="298833" cy="506154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 xmlns:r="http://schemas.openxmlformats.org/officeDocument/2006/relationships">
  <dsp:spTree>
    <dsp:nvGrpSpPr>
      <dsp:cNvPr id="2" name="组合 1"/>
      <dsp:cNvGrpSpPr/>
    </dsp:nvGrpSpPr>
    <dsp:grpSpPr>
      <a:xfrm>
        <a:off x="0" y="0"/>
        <a:ext cx="2828551" cy="2828551"/>
        <a:chOff x="0" y="0"/>
        <a:chExt cx="2828551" cy="2828551"/>
      </a:xfrm>
    </dsp:grpSpPr>
    <dsp:sp modelId="{5149BA17-D329-4E03-A3F7-F457EA99E870}">
      <dsp:nvSpPr>
        <dsp:cNvPr id="3" name="饼形 2"/>
        <dsp:cNvSpPr/>
      </dsp:nvSpPr>
      <dsp:spPr bwMode="white">
        <a:xfrm>
          <a:off x="1063728" y="175087"/>
          <a:ext cx="2375983" cy="2375983"/>
        </a:xfrm>
        <a:prstGeom prst="pie">
          <a:avLst>
            <a:gd name="adj1" fmla="val 16200000"/>
            <a:gd name="adj2" fmla="val 20520000"/>
          </a:avLst>
        </a:prstGeom>
      </dsp:spPr>
      <dsp:style>
        <a:lnRef idx="0">
          <a:schemeClr val="lt1"/>
        </a:lnRef>
        <a:fillRef idx="3">
          <a:schemeClr val="accent2"/>
        </a:fillRef>
        <a:effectRef idx="3">
          <a:scrgbClr r="0" g="0" b="0"/>
        </a:effectRef>
        <a:fontRef idx="minor">
          <a:schemeClr val="lt1"/>
        </a:fontRef>
      </dsp:style>
      <dsp:txBody>
        <a:bodyPr lIns="30480" tIns="30480" rIns="30480" bIns="30480" anchor="ctr"/>
        <a:lstStyle>
          <a:lvl1pPr algn="ctr">
            <a:defRPr sz="2400"/>
          </a:lvl1pPr>
          <a:lvl2pPr marL="171450" indent="-171450" algn="ctr">
            <a:defRPr sz="1800"/>
          </a:lvl2pPr>
          <a:lvl3pPr marL="342900" indent="-171450" algn="ctr">
            <a:defRPr sz="1800"/>
          </a:lvl3pPr>
          <a:lvl4pPr marL="514350" indent="-171450" algn="ctr">
            <a:defRPr sz="1800"/>
          </a:lvl4pPr>
          <a:lvl5pPr marL="685800" indent="-171450" algn="ctr">
            <a:defRPr sz="1800"/>
          </a:lvl5pPr>
          <a:lvl6pPr marL="857250" indent="-171450" algn="ctr">
            <a:defRPr sz="1800"/>
          </a:lvl6pPr>
          <a:lvl7pPr marL="1028700" indent="-171450" algn="ctr">
            <a:defRPr sz="1800"/>
          </a:lvl7pPr>
          <a:lvl8pPr marL="1200150" indent="-171450" algn="ctr">
            <a:defRPr sz="1800"/>
          </a:lvl8pPr>
          <a:lvl9pPr marL="1371600" indent="-171450" algn="ctr">
            <a:defRPr sz="1800"/>
          </a:lvl9pPr>
        </a:lstStyle>
        <a:p>
          <a:pPr lvl="0"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zh-CN" altLang="en-US" b="1" dirty="0" smtClean="0">
              <a:latin typeface="微软雅黑" panose="020B0503020204020204" charset="-122"/>
              <a:ea typeface="微软雅黑" panose="020B0503020204020204" charset="-122"/>
            </a:rPr>
            <a:t>情景</a:t>
          </a:r>
          <a:endParaRPr lang="zh-CN" altLang="en-US" b="1" dirty="0">
            <a:latin typeface="微软雅黑" panose="020B0503020204020204" charset="-122"/>
            <a:ea typeface="微软雅黑" panose="020B0503020204020204" charset="-122"/>
          </a:endParaRPr>
        </a:p>
      </dsp:txBody>
      <dsp:txXfrm>
        <a:off x="1063728" y="175087"/>
        <a:ext cx="2375983" cy="2375983"/>
      </dsp:txXfrm>
    </dsp:sp>
    <dsp:sp modelId="{E772B39E-DC85-401B-8DEA-D0067639966C}">
      <dsp:nvSpPr>
        <dsp:cNvPr id="4" name="饼形 3"/>
        <dsp:cNvSpPr/>
      </dsp:nvSpPr>
      <dsp:spPr bwMode="white">
        <a:xfrm>
          <a:off x="1084094" y="238447"/>
          <a:ext cx="2375983" cy="2375983"/>
        </a:xfrm>
        <a:prstGeom prst="pie">
          <a:avLst>
            <a:gd name="adj1" fmla="val 20520000"/>
            <a:gd name="adj2" fmla="val 3240000"/>
          </a:avLst>
        </a:prstGeom>
      </dsp:spPr>
      <dsp:style>
        <a:lnRef idx="0">
          <a:schemeClr val="lt1"/>
        </a:lnRef>
        <a:fillRef idx="3">
          <a:schemeClr val="accent3"/>
        </a:fillRef>
        <a:effectRef idx="3">
          <a:scrgbClr r="0" g="0" b="0"/>
        </a:effectRef>
        <a:fontRef idx="minor">
          <a:schemeClr val="lt1"/>
        </a:fontRef>
      </dsp:style>
      <dsp:txBody>
        <a:bodyPr lIns="30480" tIns="30480" rIns="30480" bIns="30480" anchor="ctr"/>
        <a:lstStyle>
          <a:lvl1pPr algn="ctr">
            <a:defRPr sz="2400"/>
          </a:lvl1pPr>
          <a:lvl2pPr marL="171450" indent="-171450" algn="ctr">
            <a:defRPr sz="1800"/>
          </a:lvl2pPr>
          <a:lvl3pPr marL="342900" indent="-171450" algn="ctr">
            <a:defRPr sz="1800"/>
          </a:lvl3pPr>
          <a:lvl4pPr marL="514350" indent="-171450" algn="ctr">
            <a:defRPr sz="1800"/>
          </a:lvl4pPr>
          <a:lvl5pPr marL="685800" indent="-171450" algn="ctr">
            <a:defRPr sz="1800"/>
          </a:lvl5pPr>
          <a:lvl6pPr marL="857250" indent="-171450" algn="ctr">
            <a:defRPr sz="1800"/>
          </a:lvl6pPr>
          <a:lvl7pPr marL="1028700" indent="-171450" algn="ctr">
            <a:defRPr sz="1800"/>
          </a:lvl7pPr>
          <a:lvl8pPr marL="1200150" indent="-171450" algn="ctr">
            <a:defRPr sz="1800"/>
          </a:lvl8pPr>
          <a:lvl9pPr marL="1371600" indent="-171450" algn="ctr">
            <a:defRPr sz="1800"/>
          </a:lvl9pPr>
        </a:lstStyle>
        <a:p>
          <a:pPr lvl="0"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zh-CN" altLang="en-US" b="1" dirty="0" smtClean="0">
              <a:latin typeface="微软雅黑" panose="020B0503020204020204" charset="-122"/>
              <a:ea typeface="微软雅黑" panose="020B0503020204020204" charset="-122"/>
            </a:rPr>
            <a:t>行为</a:t>
          </a:r>
          <a:endParaRPr lang="zh-CN" altLang="en-US" b="1" dirty="0">
            <a:latin typeface="微软雅黑" panose="020B0503020204020204" charset="-122"/>
            <a:ea typeface="微软雅黑" panose="020B0503020204020204" charset="-122"/>
          </a:endParaRPr>
        </a:p>
      </dsp:txBody>
      <dsp:txXfrm>
        <a:off x="1084094" y="238447"/>
        <a:ext cx="2375983" cy="2375983"/>
      </dsp:txXfrm>
    </dsp:sp>
    <dsp:sp modelId="{1EE271D6-C03C-42B9-A2C9-4B7007A60C8F}">
      <dsp:nvSpPr>
        <dsp:cNvPr id="5" name="饼形 4"/>
        <dsp:cNvSpPr/>
      </dsp:nvSpPr>
      <dsp:spPr bwMode="white">
        <a:xfrm>
          <a:off x="1030351" y="277481"/>
          <a:ext cx="2375983" cy="2375983"/>
        </a:xfrm>
        <a:prstGeom prst="pie">
          <a:avLst>
            <a:gd name="adj1" fmla="val 3240000"/>
            <a:gd name="adj2" fmla="val 7560000"/>
          </a:avLst>
        </a:prstGeom>
      </dsp:spPr>
      <dsp:style>
        <a:lnRef idx="0">
          <a:schemeClr val="lt1"/>
        </a:lnRef>
        <a:fillRef idx="3">
          <a:schemeClr val="accent4"/>
        </a:fillRef>
        <a:effectRef idx="3">
          <a:scrgbClr r="0" g="0" b="0"/>
        </a:effectRef>
        <a:fontRef idx="minor">
          <a:schemeClr val="lt1"/>
        </a:fontRef>
      </dsp:style>
      <dsp:txBody>
        <a:bodyPr lIns="30480" tIns="30480" rIns="30480" bIns="30480" anchor="ctr"/>
        <a:lstStyle>
          <a:lvl1pPr algn="ctr">
            <a:defRPr sz="2400"/>
          </a:lvl1pPr>
          <a:lvl2pPr marL="171450" indent="-171450" algn="ctr">
            <a:defRPr sz="1800"/>
          </a:lvl2pPr>
          <a:lvl3pPr marL="342900" indent="-171450" algn="ctr">
            <a:defRPr sz="1800"/>
          </a:lvl3pPr>
          <a:lvl4pPr marL="514350" indent="-171450" algn="ctr">
            <a:defRPr sz="1800"/>
          </a:lvl4pPr>
          <a:lvl5pPr marL="685800" indent="-171450" algn="ctr">
            <a:defRPr sz="1800"/>
          </a:lvl5pPr>
          <a:lvl6pPr marL="857250" indent="-171450" algn="ctr">
            <a:defRPr sz="1800"/>
          </a:lvl6pPr>
          <a:lvl7pPr marL="1028700" indent="-171450" algn="ctr">
            <a:defRPr sz="1800"/>
          </a:lvl7pPr>
          <a:lvl8pPr marL="1200150" indent="-171450" algn="ctr">
            <a:defRPr sz="1800"/>
          </a:lvl8pPr>
          <a:lvl9pPr marL="1371600" indent="-171450" algn="ctr">
            <a:defRPr sz="1800"/>
          </a:lvl9pPr>
        </a:lstStyle>
        <a:p>
          <a:pPr lvl="0"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zh-CN" altLang="en-US" b="1" dirty="0" smtClean="0">
              <a:latin typeface="微软雅黑" panose="020B0503020204020204" charset="-122"/>
              <a:ea typeface="微软雅黑" panose="020B0503020204020204" charset="-122"/>
            </a:rPr>
            <a:t>影响</a:t>
          </a:r>
          <a:endParaRPr lang="zh-CN" altLang="en-US" b="1" dirty="0">
            <a:latin typeface="微软雅黑" panose="020B0503020204020204" charset="-122"/>
            <a:ea typeface="微软雅黑" panose="020B0503020204020204" charset="-122"/>
          </a:endParaRPr>
        </a:p>
      </dsp:txBody>
      <dsp:txXfrm>
        <a:off x="1030351" y="277481"/>
        <a:ext cx="2375983" cy="2375983"/>
      </dsp:txXfrm>
    </dsp:sp>
    <dsp:sp modelId="{82EF065D-CACA-489E-B66F-4B155C46FF50}">
      <dsp:nvSpPr>
        <dsp:cNvPr id="6" name="饼形 5"/>
        <dsp:cNvSpPr/>
      </dsp:nvSpPr>
      <dsp:spPr bwMode="white">
        <a:xfrm>
          <a:off x="976609" y="238447"/>
          <a:ext cx="2375983" cy="2375983"/>
        </a:xfrm>
        <a:prstGeom prst="pie">
          <a:avLst>
            <a:gd name="adj1" fmla="val 7560000"/>
            <a:gd name="adj2" fmla="val 11880000"/>
          </a:avLst>
        </a:prstGeom>
      </dsp:spPr>
      <dsp:style>
        <a:lnRef idx="0">
          <a:schemeClr val="lt1"/>
        </a:lnRef>
        <a:fillRef idx="3">
          <a:schemeClr val="accent5"/>
        </a:fillRef>
        <a:effectRef idx="3">
          <a:scrgbClr r="0" g="0" b="0"/>
        </a:effectRef>
        <a:fontRef idx="minor">
          <a:schemeClr val="lt1"/>
        </a:fontRef>
      </dsp:style>
      <dsp:txBody>
        <a:bodyPr lIns="30480" tIns="30480" rIns="30480" bIns="30480" anchor="ctr"/>
        <a:lstStyle>
          <a:lvl1pPr algn="ctr">
            <a:defRPr sz="2400"/>
          </a:lvl1pPr>
          <a:lvl2pPr marL="171450" indent="-171450" algn="ctr">
            <a:defRPr sz="1800"/>
          </a:lvl2pPr>
          <a:lvl3pPr marL="342900" indent="-171450" algn="ctr">
            <a:defRPr sz="1800"/>
          </a:lvl3pPr>
          <a:lvl4pPr marL="514350" indent="-171450" algn="ctr">
            <a:defRPr sz="1800"/>
          </a:lvl4pPr>
          <a:lvl5pPr marL="685800" indent="-171450" algn="ctr">
            <a:defRPr sz="1800"/>
          </a:lvl5pPr>
          <a:lvl6pPr marL="857250" indent="-171450" algn="ctr">
            <a:defRPr sz="1800"/>
          </a:lvl6pPr>
          <a:lvl7pPr marL="1028700" indent="-171450" algn="ctr">
            <a:defRPr sz="1800"/>
          </a:lvl7pPr>
          <a:lvl8pPr marL="1200150" indent="-171450" algn="ctr">
            <a:defRPr sz="1800"/>
          </a:lvl8pPr>
          <a:lvl9pPr marL="1371600" indent="-171450" algn="ctr">
            <a:defRPr sz="1800"/>
          </a:lvl9pPr>
        </a:lstStyle>
        <a:p>
          <a:pPr lvl="0"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zh-CN" altLang="en-US" b="1" dirty="0" smtClean="0">
              <a:latin typeface="微软雅黑" panose="020B0503020204020204" charset="-122"/>
              <a:ea typeface="微软雅黑" panose="020B0503020204020204" charset="-122"/>
            </a:rPr>
            <a:t>结果</a:t>
          </a:r>
          <a:endParaRPr lang="zh-CN" altLang="en-US" b="1" dirty="0">
            <a:latin typeface="微软雅黑" panose="020B0503020204020204" charset="-122"/>
            <a:ea typeface="微软雅黑" panose="020B0503020204020204" charset="-122"/>
          </a:endParaRPr>
        </a:p>
      </dsp:txBody>
      <dsp:txXfrm>
        <a:off x="976609" y="238447"/>
        <a:ext cx="2375983" cy="2375983"/>
      </dsp:txXfrm>
    </dsp:sp>
    <dsp:sp modelId="{1879E091-720B-44F1-8E9B-31DDA26A5643}">
      <dsp:nvSpPr>
        <dsp:cNvPr id="7" name="饼形 6"/>
        <dsp:cNvSpPr/>
      </dsp:nvSpPr>
      <dsp:spPr bwMode="white">
        <a:xfrm>
          <a:off x="996974" y="175087"/>
          <a:ext cx="2375983" cy="2375983"/>
        </a:xfrm>
        <a:prstGeom prst="pie">
          <a:avLst>
            <a:gd name="adj1" fmla="val 11880000"/>
            <a:gd name="adj2" fmla="val 16200000"/>
          </a:avLst>
        </a:prstGeom>
      </dsp:spPr>
      <dsp:style>
        <a:lnRef idx="0">
          <a:schemeClr val="lt1"/>
        </a:lnRef>
        <a:fillRef idx="3">
          <a:schemeClr val="accent6"/>
        </a:fillRef>
        <a:effectRef idx="3">
          <a:scrgbClr r="0" g="0" b="0"/>
        </a:effectRef>
        <a:fontRef idx="minor">
          <a:schemeClr val="lt1"/>
        </a:fontRef>
      </dsp:style>
      <dsp:txBody>
        <a:bodyPr lIns="30480" tIns="30480" rIns="30480" bIns="30480" anchor="ctr"/>
        <a:lstStyle>
          <a:lvl1pPr algn="ctr">
            <a:defRPr sz="2400"/>
          </a:lvl1pPr>
          <a:lvl2pPr marL="171450" indent="-171450" algn="ctr">
            <a:defRPr sz="1800"/>
          </a:lvl2pPr>
          <a:lvl3pPr marL="342900" indent="-171450" algn="ctr">
            <a:defRPr sz="1800"/>
          </a:lvl3pPr>
          <a:lvl4pPr marL="514350" indent="-171450" algn="ctr">
            <a:defRPr sz="1800"/>
          </a:lvl4pPr>
          <a:lvl5pPr marL="685800" indent="-171450" algn="ctr">
            <a:defRPr sz="1800"/>
          </a:lvl5pPr>
          <a:lvl6pPr marL="857250" indent="-171450" algn="ctr">
            <a:defRPr sz="1800"/>
          </a:lvl6pPr>
          <a:lvl7pPr marL="1028700" indent="-171450" algn="ctr">
            <a:defRPr sz="1800"/>
          </a:lvl7pPr>
          <a:lvl8pPr marL="1200150" indent="-171450" algn="ctr">
            <a:defRPr sz="1800"/>
          </a:lvl8pPr>
          <a:lvl9pPr marL="1371600" indent="-171450" algn="ctr">
            <a:defRPr sz="1800"/>
          </a:lvl9pPr>
        </a:lstStyle>
        <a:p>
          <a:pPr lvl="0"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zh-CN" altLang="en-US" b="1" dirty="0" smtClean="0">
              <a:latin typeface="微软雅黑" panose="020B0503020204020204" charset="-122"/>
              <a:ea typeface="微软雅黑" panose="020B0503020204020204" charset="-122"/>
            </a:rPr>
            <a:t>反思</a:t>
          </a:r>
          <a:endParaRPr lang="zh-CN" altLang="en-US" b="1" dirty="0">
            <a:latin typeface="微软雅黑" panose="020B0503020204020204" charset="-122"/>
            <a:ea typeface="微软雅黑" panose="020B0503020204020204" charset="-122"/>
          </a:endParaRPr>
        </a:p>
      </dsp:txBody>
      <dsp:txXfrm>
        <a:off x="996974" y="175087"/>
        <a:ext cx="2375983" cy="2375983"/>
      </dsp:txXfrm>
    </dsp:sp>
    <dsp:sp modelId="{92BEC899-665B-47C2-9D94-8735C6978EF7}">
      <dsp:nvSpPr>
        <dsp:cNvPr id="8" name="环形箭头 7"/>
        <dsp:cNvSpPr/>
      </dsp:nvSpPr>
      <dsp:spPr bwMode="white">
        <a:xfrm>
          <a:off x="932937" y="44408"/>
          <a:ext cx="2637341" cy="2637341"/>
        </a:xfrm>
        <a:prstGeom prst="circularArrow">
          <a:avLst>
            <a:gd name="adj1" fmla="val 5000"/>
            <a:gd name="adj2" fmla="val 360000"/>
            <a:gd name="adj3" fmla="val 20159889"/>
            <a:gd name="adj4" fmla="val 16200323"/>
            <a:gd name="adj5" fmla="val 5500"/>
          </a:avLst>
        </a:prstGeom>
      </dsp:spPr>
      <dsp:style>
        <a:lnRef idx="0">
          <a:schemeClr val="lt1">
            <a:hueOff val="0"/>
            <a:satOff val="0"/>
            <a:lumOff val="0"/>
            <a:alpha val="100000"/>
          </a:schemeClr>
        </a:lnRef>
        <a:fillRef idx="3">
          <a:schemeClr val="accent2"/>
        </a:fillRef>
        <a:effectRef idx="3">
          <a:scrgbClr r="0" g="0" b="0"/>
        </a:effectRef>
        <a:fontRef idx="minor">
          <a:schemeClr val="lt1"/>
        </a:fontRef>
      </dsp:style>
      <dsp:txXfrm>
        <a:off x="932937" y="44408"/>
        <a:ext cx="2637341" cy="2637341"/>
      </dsp:txXfrm>
    </dsp:sp>
    <dsp:sp modelId="{61BC305B-8AAB-452B-857E-5595A5DEB2F8}">
      <dsp:nvSpPr>
        <dsp:cNvPr id="9" name="环形箭头 8"/>
        <dsp:cNvSpPr/>
      </dsp:nvSpPr>
      <dsp:spPr bwMode="white">
        <a:xfrm>
          <a:off x="953579" y="107747"/>
          <a:ext cx="2637341" cy="2637341"/>
        </a:xfrm>
        <a:prstGeom prst="circularArrow">
          <a:avLst>
            <a:gd name="adj1" fmla="val 5000"/>
            <a:gd name="adj2" fmla="val 360000"/>
            <a:gd name="adj3" fmla="val 2880281"/>
            <a:gd name="adj4" fmla="val 20519952"/>
            <a:gd name="adj5" fmla="val 5500"/>
          </a:avLst>
        </a:prstGeom>
      </dsp:spPr>
      <dsp:style>
        <a:lnRef idx="0">
          <a:schemeClr val="lt1">
            <a:hueOff val="0"/>
            <a:satOff val="0"/>
            <a:lumOff val="0"/>
            <a:alpha val="100000"/>
          </a:schemeClr>
        </a:lnRef>
        <a:fillRef idx="3">
          <a:schemeClr val="accent3"/>
        </a:fillRef>
        <a:effectRef idx="3">
          <a:scrgbClr r="0" g="0" b="0"/>
        </a:effectRef>
        <a:fontRef idx="minor">
          <a:schemeClr val="lt1"/>
        </a:fontRef>
      </dsp:style>
      <dsp:txXfrm>
        <a:off x="953579" y="107747"/>
        <a:ext cx="2637341" cy="2637341"/>
      </dsp:txXfrm>
    </dsp:sp>
    <dsp:sp modelId="{12F8D43D-3A4F-44EE-8891-D27FFF108BD7}">
      <dsp:nvSpPr>
        <dsp:cNvPr id="10" name="环形箭头 9"/>
        <dsp:cNvSpPr/>
      </dsp:nvSpPr>
      <dsp:spPr bwMode="white">
        <a:xfrm>
          <a:off x="899672" y="146900"/>
          <a:ext cx="2637341" cy="2637341"/>
        </a:xfrm>
        <a:prstGeom prst="circularArrow">
          <a:avLst>
            <a:gd name="adj1" fmla="val 5000"/>
            <a:gd name="adj2" fmla="val 360000"/>
            <a:gd name="adj3" fmla="val 7200305"/>
            <a:gd name="adj4" fmla="val 3239694"/>
            <a:gd name="adj5" fmla="val 5500"/>
          </a:avLst>
        </a:prstGeom>
      </dsp:spPr>
      <dsp:style>
        <a:lnRef idx="0">
          <a:schemeClr val="lt1">
            <a:hueOff val="0"/>
            <a:satOff val="0"/>
            <a:lumOff val="0"/>
            <a:alpha val="100000"/>
          </a:schemeClr>
        </a:lnRef>
        <a:fillRef idx="3">
          <a:schemeClr val="accent4"/>
        </a:fillRef>
        <a:effectRef idx="3">
          <a:scrgbClr r="0" g="0" b="0"/>
        </a:effectRef>
        <a:fontRef idx="minor">
          <a:schemeClr val="lt1"/>
        </a:fontRef>
      </dsp:style>
      <dsp:txXfrm>
        <a:off x="899672" y="146900"/>
        <a:ext cx="2637341" cy="2637341"/>
      </dsp:txXfrm>
    </dsp:sp>
    <dsp:sp modelId="{C9A2C19B-B97F-4B58-A98F-E7D3A710F1DA}">
      <dsp:nvSpPr>
        <dsp:cNvPr id="11" name="环形箭头 10"/>
        <dsp:cNvSpPr/>
      </dsp:nvSpPr>
      <dsp:spPr bwMode="white">
        <a:xfrm>
          <a:off x="845765" y="107747"/>
          <a:ext cx="2637341" cy="2637341"/>
        </a:xfrm>
        <a:prstGeom prst="circularArrow">
          <a:avLst>
            <a:gd name="adj1" fmla="val 5000"/>
            <a:gd name="adj2" fmla="val 360000"/>
            <a:gd name="adj3" fmla="val 11520047"/>
            <a:gd name="adj4" fmla="val 7559718"/>
            <a:gd name="adj5" fmla="val 5500"/>
          </a:avLst>
        </a:prstGeom>
      </dsp:spPr>
      <dsp:style>
        <a:lnRef idx="0">
          <a:schemeClr val="lt1">
            <a:hueOff val="0"/>
            <a:satOff val="0"/>
            <a:lumOff val="0"/>
            <a:alpha val="100000"/>
          </a:schemeClr>
        </a:lnRef>
        <a:fillRef idx="3">
          <a:schemeClr val="accent5"/>
        </a:fillRef>
        <a:effectRef idx="3">
          <a:scrgbClr r="0" g="0" b="0"/>
        </a:effectRef>
        <a:fontRef idx="minor">
          <a:schemeClr val="lt1"/>
        </a:fontRef>
      </dsp:style>
      <dsp:txXfrm>
        <a:off x="845765" y="107747"/>
        <a:ext cx="2637341" cy="2637341"/>
      </dsp:txXfrm>
    </dsp:sp>
    <dsp:sp modelId="{55799562-D20A-4D81-BB35-3A655D1D9EEE}">
      <dsp:nvSpPr>
        <dsp:cNvPr id="12" name="环形箭头 11"/>
        <dsp:cNvSpPr/>
      </dsp:nvSpPr>
      <dsp:spPr bwMode="white">
        <a:xfrm>
          <a:off x="866407" y="44408"/>
          <a:ext cx="2637341" cy="2637341"/>
        </a:xfrm>
        <a:prstGeom prst="circularArrow">
          <a:avLst>
            <a:gd name="adj1" fmla="val 5000"/>
            <a:gd name="adj2" fmla="val 360000"/>
            <a:gd name="adj3" fmla="val 15839676"/>
            <a:gd name="adj4" fmla="val 11880110"/>
            <a:gd name="adj5" fmla="val 5500"/>
          </a:avLst>
        </a:prstGeom>
      </dsp:spPr>
      <dsp:style>
        <a:lnRef idx="0">
          <a:schemeClr val="lt1">
            <a:hueOff val="0"/>
            <a:satOff val="0"/>
            <a:lumOff val="0"/>
            <a:alpha val="100000"/>
          </a:schemeClr>
        </a:lnRef>
        <a:fillRef idx="3">
          <a:schemeClr val="accent6"/>
        </a:fillRef>
        <a:effectRef idx="3">
          <a:scrgbClr r="0" g="0" b="0"/>
        </a:effectRef>
        <a:fontRef idx="minor">
          <a:schemeClr val="lt1"/>
        </a:fontRef>
      </dsp:style>
      <dsp:txXfrm>
        <a:off x="866407" y="44408"/>
        <a:ext cx="2637341" cy="2637341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>
          <dgm:prSet qsTypeId="urn:microsoft.com/office/officeart/2005/8/quickstyle/simple5"/>
        </dgm:pt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>
          <dgm:prSet csTypeId="urn:microsoft.com/office/officeart/2005/8/colors/accent6_5"/>
        </dgm:pt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nodeHorzAlign" val="l"/>
          <dgm:param type="horzAlign" val="l"/>
        </dgm:alg>
      </dgm:if>
      <dgm:else name="Name2">
        <dgm:alg type="lin">
          <dgm:param type="linDir" val="fromT"/>
          <dgm:param type="vertAlign" val="mid"/>
          <dgm:param type="nodeHorzAlign" val="r"/>
          <dgm:param type="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nodeHorzAlign" val="l"/>
              <dgm:param type="horzAlign" val="l"/>
            </dgm:alg>
          </dgm:if>
          <dgm:else name="Name6">
            <dgm:alg type="lin">
              <dgm:param type="linDir" val="fromR"/>
              <dgm:param type="nodeHorzAlign" val="r"/>
              <dgm:param type="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ycle8">
  <dgm:title val=""/>
  <dgm:desc val=""/>
  <dgm:catLst>
    <dgm:cat type="cycle" pri="70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clrData>
  <dgm:layoutNode name="compositeShape">
    <dgm:varLst>
      <dgm:chMax val="7"/>
      <dgm:dir/>
      <dgm:resizeHandles val="exact"/>
    </dgm:varLst>
    <dgm:alg type="composite">
      <dgm:param type="ar" val="1"/>
      <dgm:param type="vertAlign" val="mid"/>
      <dgm:param type="horzAlign" val="ctr"/>
    </dgm:alg>
    <dgm:shape xmlns:r="http://schemas.openxmlformats.org/officeDocument/2006/relationships" r:blip="">
      <dgm:adjLst/>
    </dgm:shape>
    <dgm:presOf/>
    <dgm:choose name="Name0">
      <dgm:if name="Name1" axis="ch" ptType="node" func="cnt" op="equ" val="1">
        <dgm:constrLst>
          <dgm:constr type="l" for="ch" forName="wedge1" refType="w" fact="0.08"/>
          <dgm:constr type="t" for="ch" forName="wedge1" refType="w" fact="0.08"/>
          <dgm:constr type="w" for="ch" forName="wedge1" refType="w" fact="0.84"/>
          <dgm:constr type="h" for="ch" forName="wedge1" refType="h" fact="0.84"/>
          <dgm:constr type="l" for="ch" forName="dummy1a" refType="w" fact="0.5"/>
          <dgm:constr type="t" for="ch" forName="dummy1a" refType="h" fact="0.08"/>
          <dgm:constr type="l" for="ch" forName="dummy1b" refType="w" fact="0.5"/>
          <dgm:constr type="t" for="ch" forName="dummy1b" refType="h" fact="0.08"/>
          <dgm:constr type="l" for="ch" forName="wedge1Tx" refType="w" fact="0.22"/>
          <dgm:constr type="t" for="ch" forName="wedge1Tx" refType="h" fact="0.22"/>
          <dgm:constr type="w" for="ch" forName="wedge1Tx" refType="w" fact="0.56"/>
          <dgm:constr type="h" for="ch" forName="wedge1Tx" refType="h" fact="0.56"/>
          <dgm:constr type="h" for="ch" forName="arrowWedge1single" refType="w" fact="0.08"/>
          <dgm:constr type="diam" for="ch" forName="arrowWedge1single" refType="w" fact="0.84"/>
          <dgm:constr type="l" for="ch" forName="arrowWedge1single" refType="w" fact="0.5"/>
          <dgm:constr type="t" for="ch" forName="arrowWedge1single" refType="w" fact="0.5"/>
          <dgm:constr type="primFontSz" for="ch" ptType="node" op="equ"/>
        </dgm:constrLst>
      </dgm:if>
      <dgm:if name="Name2" axis="ch" ptType="node" func="cnt" op="equ" val="2">
        <dgm:constrLst>
          <dgm:constr type="l" for="ch" forName="wedge1" refType="w" fact="0.1"/>
          <dgm:constr type="t" for="ch" forName="wedge1" refType="w" fact="0.08"/>
          <dgm:constr type="w" for="ch" forName="wedge1" refType="w" fact="0.84"/>
          <dgm:constr type="h" for="ch" forName="wedge1" refType="h" fact="0.84"/>
          <dgm:constr type="l" for="ch" forName="dummy1a" refType="w" fact="0.52"/>
          <dgm:constr type="t" for="ch" forName="dummy1a" refType="h" fact="0.08"/>
          <dgm:constr type="l" for="ch" forName="dummy1b" refType="w" fact="0.52"/>
          <dgm:constr type="t" for="ch" forName="dummy1b" refType="h" fact="0.92"/>
          <dgm:constr type="l" for="ch" forName="wedge1Tx" refType="w" fact="0.559"/>
          <dgm:constr type="t" for="ch" forName="wedge1Tx" refType="h" fact="0.3"/>
          <dgm:constr type="w" for="ch" forName="wedge1Tx" refType="w" fact="0.3"/>
          <dgm:constr type="h" for="ch" forName="wedge1Tx" refType="h" fact="0.4"/>
          <dgm:constr type="l" for="ch" forName="wedge2" refType="w" fact="0.06"/>
          <dgm:constr type="t" for="ch" forName="wedge2" refType="w" fact="0.08"/>
          <dgm:constr type="w" for="ch" forName="wedge2" refType="w" fact="0.84"/>
          <dgm:constr type="h" for="ch" forName="wedge2" refType="h" fact="0.84"/>
          <dgm:constr type="l" for="ch" forName="dummy2a" refType="w" fact="0.48"/>
          <dgm:constr type="t" for="ch" forName="dummy2a" refType="h" fact="0.92"/>
          <dgm:constr type="l" for="ch" forName="dummy2b" refType="w" fact="0.48"/>
          <dgm:constr type="t" for="ch" forName="dummy2b" refType="h" fact="0.08"/>
          <dgm:constr type="r" for="ch" forName="wedge2Tx" refType="w" fact="0.441"/>
          <dgm:constr type="t" for="ch" forName="wedge2Tx" refType="h" fact="0.3"/>
          <dgm:constr type="w" for="ch" forName="wedge2Tx" refType="w" fact="0.3"/>
          <dgm:constr type="h" for="ch" forName="wedge2Tx" refType="h" fact="0.4"/>
          <dgm:constr type="h" for="ch" forName="arrowWedge1" refType="w" fact="0.08"/>
          <dgm:constr type="diam" for="ch" forName="arrowWedge1" refType="w" fact="0.84"/>
          <dgm:constr type="l" for="ch" forName="arrowWedge1" refType="w" fact="0.5"/>
          <dgm:constr type="t" for="ch" forName="arrowWedge1" refType="w" fact="0.5"/>
          <dgm:constr type="h" for="ch" forName="arrowWedge2" refType="w" fact="0.08"/>
          <dgm:constr type="diam" for="ch" forName="arrowWedge2" refType="w" fact="0.84"/>
          <dgm:constr type="l" for="ch" forName="arrowWedge2" refType="w" fact="0.5"/>
          <dgm:constr type="t" for="ch" forName="arrowWedge2" refType="w" fact="0.5"/>
          <dgm:constr type="primFontSz" for="ch" ptType="node" op="equ"/>
        </dgm:constrLst>
      </dgm:if>
      <dgm:if name="Name3" axis="ch" ptType="node" func="cnt" op="equ" val="3">
        <dgm:constrLst>
          <dgm:constr type="l" for="ch" forName="wedge1" refType="w" fact="0.0973"/>
          <dgm:constr type="t" for="ch" forName="wedge1" refType="w" fact="0.07"/>
          <dgm:constr type="w" for="ch" forName="wedge1" refType="w" fact="0.84"/>
          <dgm:constr type="h" for="ch" forName="wedge1" refType="h" fact="0.84"/>
          <dgm:constr type="l" for="ch" forName="dummy1a" refType="w" fact="0.5173"/>
          <dgm:constr type="t" for="ch" forName="dummy1a" refType="h" fact="0.07"/>
          <dgm:constr type="l" for="ch" forName="dummy1b" refType="w" fact="0.8811"/>
          <dgm:constr type="t" for="ch" forName="dummy1b" refType="h" fact="0.7"/>
          <dgm:constr type="l" for="ch" forName="wedge1Tx" refType="w" fact="0.54"/>
          <dgm:constr type="t" for="ch" forName="wedge1Tx" refType="h" fact="0.248"/>
          <dgm:constr type="w" for="ch" forName="wedge1Tx" refType="w" fact="0.3"/>
          <dgm:constr type="h" for="ch" forName="wedge1Tx" refType="h" fact="0.25"/>
          <dgm:constr type="l" for="ch" forName="wedge2" refType="w" fact="0.08"/>
          <dgm:constr type="t" for="ch" forName="wedge2" refType="w" fact="0.1"/>
          <dgm:constr type="w" for="ch" forName="wedge2" refType="w" fact="0.84"/>
          <dgm:constr type="h" for="ch" forName="wedge2" refType="h" fact="0.84"/>
          <dgm:constr type="l" for="ch" forName="dummy2a" refType="w" fact="0.8637"/>
          <dgm:constr type="t" for="ch" forName="dummy2a" refType="h" fact="0.73"/>
          <dgm:constr type="l" for="ch" forName="dummy2b" refType="w" fact="0.1363"/>
          <dgm:constr type="t" for="ch" forName="dummy2b" refType="h" fact="0.73"/>
          <dgm:constr type="l" for="ch" forName="wedge2Tx" refType="w" fact="0.28"/>
          <dgm:constr type="t" for="ch" forName="wedge2Tx" refType="h" fact="0.645"/>
          <dgm:constr type="w" for="ch" forName="wedge2Tx" refType="w" fact="0.45"/>
          <dgm:constr type="h" for="ch" forName="wedge2Tx" refType="h" fact="0.22"/>
          <dgm:constr type="l" for="ch" forName="wedge3" refType="w" fact="0.0627"/>
          <dgm:constr type="t" for="ch" forName="wedge3" refType="w" fact="0.07"/>
          <dgm:constr type="w" for="ch" forName="wedge3" refType="w" fact="0.84"/>
          <dgm:constr type="h" for="ch" forName="wedge3" refType="h" fact="0.84"/>
          <dgm:constr type="l" for="ch" forName="dummy3a" refType="w" fact="0.1189"/>
          <dgm:constr type="t" for="ch" forName="dummy3a" refType="h" fact="0.7"/>
          <dgm:constr type="l" for="ch" forName="dummy3b" refType="w" fact="0.4827"/>
          <dgm:constr type="t" for="ch" forName="dummy3b" refType="h" fact="0.07"/>
          <dgm:constr type="r" for="ch" forName="wedge3Tx" refType="w" fact="0.46"/>
          <dgm:constr type="t" for="ch" forName="wedge3Tx" refType="h" fact="0.248"/>
          <dgm:constr type="w" for="ch" forName="wedge3Tx" refType="w" fact="0.3"/>
          <dgm:constr type="h" for="ch" forName="wedge3Tx" refType="h" fact="0.25"/>
          <dgm:constr type="h" for="ch" forName="arrowWedge1" refType="w" fact="0.08"/>
          <dgm:constr type="diam" for="ch" forName="arrowWedge1" refType="w" fact="0.84"/>
          <dgm:constr type="l" for="ch" forName="arrowWedge1" refType="w" fact="0.5"/>
          <dgm:constr type="t" for="ch" forName="arrowWedge1" refType="w" fact="0.5"/>
          <dgm:constr type="h" for="ch" forName="arrowWedge2" refType="w" fact="0.08"/>
          <dgm:constr type="diam" for="ch" forName="arrowWedge2" refType="w" fact="0.84"/>
          <dgm:constr type="l" for="ch" forName="arrowWedge2" refType="w" fact="0.5"/>
          <dgm:constr type="t" for="ch" forName="arrowWedge2" refType="w" fact="0.5"/>
          <dgm:constr type="h" for="ch" forName="arrowWedge3" refType="w" fact="0.08"/>
          <dgm:constr type="diam" for="ch" forName="arrowWedge3" refType="w" fact="0.84"/>
          <dgm:constr type="l" for="ch" forName="arrowWedge3" refType="w" fact="0.5"/>
          <dgm:constr type="t" for="ch" forName="arrowWedge3" refType="w" fact="0.5"/>
          <dgm:constr type="primFontSz" for="ch" ptType="node" op="equ"/>
        </dgm:constrLst>
      </dgm:if>
      <dgm:if name="Name4" axis="ch" ptType="node" func="cnt" op="equ" val="4">
        <dgm:constrLst>
          <dgm:constr type="l" for="ch" forName="wedge1" refType="w" fact="0.0941"/>
          <dgm:constr type="t" for="ch" forName="wedge1" refType="w" fact="0.0659"/>
          <dgm:constr type="w" for="ch" forName="wedge1" refType="w" fact="0.84"/>
          <dgm:constr type="h" for="ch" forName="wedge1" refType="h" fact="0.84"/>
          <dgm:constr type="l" for="ch" forName="dummy1a" refType="w" fact="0.5141"/>
          <dgm:constr type="t" for="ch" forName="dummy1a" refType="h" fact="0.0659"/>
          <dgm:constr type="l" for="ch" forName="dummy1b" refType="w" fact="0.9341"/>
          <dgm:constr type="t" for="ch" forName="dummy1b" refType="h" fact="0.4859"/>
          <dgm:constr type="l" for="ch" forName="wedge1Tx" refType="w" fact="0.54"/>
          <dgm:constr type="t" for="ch" forName="wedge1Tx" refType="h" fact="0.24"/>
          <dgm:constr type="w" for="ch" forName="wedge1Tx" refType="w" fact="0.31"/>
          <dgm:constr type="h" for="ch" forName="wedge1Tx" refType="h" fact="0.23"/>
          <dgm:constr type="l" for="ch" forName="wedge2" refType="w" fact="0.0941"/>
          <dgm:constr type="t" for="ch" forName="wedge2" refType="w" fact="0.0941"/>
          <dgm:constr type="w" for="ch" forName="wedge2" refType="w" fact="0.84"/>
          <dgm:constr type="h" for="ch" forName="wedge2" refType="h" fact="0.84"/>
          <dgm:constr type="l" for="ch" forName="dummy2a" refType="w" fact="0.9341"/>
          <dgm:constr type="t" for="ch" forName="dummy2a" refType="h" fact="0.5141"/>
          <dgm:constr type="l" for="ch" forName="dummy2b" refType="w" fact="0.5141"/>
          <dgm:constr type="t" for="ch" forName="dummy2b" refType="h" fact="0.9341"/>
          <dgm:constr type="l" for="ch" forName="wedge2Tx" refType="w" fact="0.54"/>
          <dgm:constr type="t" for="ch" forName="wedge2Tx" refType="h" fact="0.53"/>
          <dgm:constr type="w" for="ch" forName="wedge2Tx" refType="w" fact="0.31"/>
          <dgm:constr type="h" for="ch" forName="wedge2Tx" refType="h" fact="0.23"/>
          <dgm:constr type="l" for="ch" forName="wedge3" refType="w" fact="0.0659"/>
          <dgm:constr type="t" for="ch" forName="wedge3" refType="w" fact="0.0941"/>
          <dgm:constr type="w" for="ch" forName="wedge3" refType="w" fact="0.84"/>
          <dgm:constr type="h" for="ch" forName="wedge3" refType="h" fact="0.84"/>
          <dgm:constr type="l" for="ch" forName="dummy3a" refType="w" fact="0.4859"/>
          <dgm:constr type="t" for="ch" forName="dummy3a" refType="h" fact="0.9341"/>
          <dgm:constr type="l" for="ch" forName="dummy3b" refType="w" fact="0.0659"/>
          <dgm:constr type="t" for="ch" forName="dummy3b" refType="h" fact="0.5141"/>
          <dgm:constr type="r" for="ch" forName="wedge3Tx" refType="w" fact="0.46"/>
          <dgm:constr type="t" for="ch" forName="wedge3Tx" refType="h" fact="0.53"/>
          <dgm:constr type="w" for="ch" forName="wedge3Tx" refType="w" fact="0.31"/>
          <dgm:constr type="h" for="ch" forName="wedge3Tx" refType="h" fact="0.23"/>
          <dgm:constr type="l" for="ch" forName="wedge4" refType="w" fact="0.0659"/>
          <dgm:constr type="t" for="ch" forName="wedge4" refType="h" fact="0.0659"/>
          <dgm:constr type="w" for="ch" forName="wedge4" refType="w" fact="0.84"/>
          <dgm:constr type="h" for="ch" forName="wedge4" refType="h" fact="0.84"/>
          <dgm:constr type="l" for="ch" forName="dummy4a" refType="w" fact="0.0659"/>
          <dgm:constr type="t" for="ch" forName="dummy4a" refType="h" fact="0.4859"/>
          <dgm:constr type="l" for="ch" forName="dummy4b" refType="w" fact="0.4859"/>
          <dgm:constr type="t" for="ch" forName="dummy4b" refType="h" fact="0.0659"/>
          <dgm:constr type="r" for="ch" forName="wedge4Tx" refType="w" fact="0.46"/>
          <dgm:constr type="t" for="ch" forName="wedge4Tx" refType="h" fact="0.24"/>
          <dgm:constr type="w" for="ch" forName="wedge4Tx" refType="w" fact="0.31"/>
          <dgm:constr type="h" for="ch" forName="wedge4Tx" refType="h" fact="0.23"/>
          <dgm:constr type="h" for="ch" forName="arrowWedge1" refType="w" fact="0.08"/>
          <dgm:constr type="diam" for="ch" forName="arrowWedge1" refType="w" fact="0.84"/>
          <dgm:constr type="l" for="ch" forName="arrowWedge1" refType="w" fact="0.5"/>
          <dgm:constr type="t" for="ch" forName="arrowWedge1" refType="w" fact="0.5"/>
          <dgm:constr type="h" for="ch" forName="arrowWedge2" refType="w" fact="0.08"/>
          <dgm:constr type="diam" for="ch" forName="arrowWedge2" refType="w" fact="0.84"/>
          <dgm:constr type="l" for="ch" forName="arrowWedge2" refType="w" fact="0.5"/>
          <dgm:constr type="t" for="ch" forName="arrowWedge2" refType="w" fact="0.5"/>
          <dgm:constr type="h" for="ch" forName="arrowWedge3" refType="w" fact="0.08"/>
          <dgm:constr type="diam" for="ch" forName="arrowWedge3" refType="w" fact="0.84"/>
          <dgm:constr type="l" for="ch" forName="arrowWedge3" refType="w" fact="0.5"/>
          <dgm:constr type="t" for="ch" forName="arrowWedge3" refType="w" fact="0.5"/>
          <dgm:constr type="h" for="ch" forName="arrowWedge4" refType="w" fact="0.08"/>
          <dgm:constr type="diam" for="ch" forName="arrowWedge4" refType="w" fact="0.84"/>
          <dgm:constr type="l" for="ch" forName="arrowWedge4" refType="w" fact="0.5"/>
          <dgm:constr type="t" for="ch" forName="arrowWedge4" refType="w" fact="0.5"/>
          <dgm:constr type="primFontSz" for="ch" ptType="node" op="equ"/>
        </dgm:constrLst>
      </dgm:if>
      <dgm:if name="Name5" axis="ch" ptType="node" func="cnt" op="equ" val="5">
        <dgm:constrLst>
          <dgm:constr type="l" for="ch" forName="wedge1" refType="w" fact="0.0918"/>
          <dgm:constr type="t" for="ch" forName="wedge1" refType="w" fact="0.0638"/>
          <dgm:constr type="w" for="ch" forName="wedge1" refType="w" fact="0.84"/>
          <dgm:constr type="h" for="ch" forName="wedge1" refType="h" fact="0.84"/>
          <dgm:constr type="l" for="ch" forName="dummy1a" refType="w" fact="0.5118"/>
          <dgm:constr type="t" for="ch" forName="dummy1a" refType="h" fact="0.0638"/>
          <dgm:constr type="l" for="ch" forName="dummy1b" refType="w" fact="0.9112"/>
          <dgm:constr type="t" for="ch" forName="dummy1b" refType="h" fact="0.354"/>
          <dgm:constr type="l" for="ch" forName="wedge1Tx" refType="w" fact="0.53"/>
          <dgm:constr type="t" for="ch" forName="wedge1Tx" refType="h" fact="0.205"/>
          <dgm:constr type="w" for="ch" forName="wedge1Tx" refType="w" fact="0.27"/>
          <dgm:constr type="h" for="ch" forName="wedge1Tx" refType="h" fact="0.18"/>
          <dgm:constr type="l" for="ch" forName="wedge2" refType="w" fact="0.099"/>
          <dgm:constr type="t" for="ch" forName="wedge2" refType="w" fact="0.0862"/>
          <dgm:constr type="w" for="ch" forName="wedge2" refType="w" fact="0.84"/>
          <dgm:constr type="h" for="ch" forName="wedge2" refType="h" fact="0.84"/>
          <dgm:constr type="l" for="ch" forName="dummy2a" refType="w" fact="0.9185"/>
          <dgm:constr type="t" for="ch" forName="dummy2a" refType="h" fact="0.3764"/>
          <dgm:constr type="l" for="ch" forName="dummy2b" refType="w" fact="0.7659"/>
          <dgm:constr type="t" for="ch" forName="dummy2b" refType="h" fact="0.846"/>
          <dgm:constr type="l" for="ch" forName="wedge2Tx" refType="w" fact="0.64"/>
          <dgm:constr type="t" for="ch" forName="wedge2Tx" refType="h" fact="0.47"/>
          <dgm:constr type="w" for="ch" forName="wedge2Tx" refType="w" fact="0.25"/>
          <dgm:constr type="h" for="ch" forName="wedge2Tx" refType="h" fact="0.2"/>
          <dgm:constr type="l" for="ch" forName="wedge3" refType="w" fact="0.08"/>
          <dgm:constr type="t" for="ch" forName="wedge3" refType="w" fact="0.1"/>
          <dgm:constr type="w" for="ch" forName="wedge3" refType="w" fact="0.84"/>
          <dgm:constr type="h" for="ch" forName="wedge3" refType="h" fact="0.84"/>
          <dgm:constr type="l" for="ch" forName="dummy3a" refType="w" fact="0.7469"/>
          <dgm:constr type="t" for="ch" forName="dummy3a" refType="h" fact="0.8598"/>
          <dgm:constr type="l" for="ch" forName="dummy3b" refType="w" fact="0.2531"/>
          <dgm:constr type="t" for="ch" forName="dummy3b" refType="h" fact="0.8598"/>
          <dgm:constr type="l" for="ch" forName="wedge3Tx" refType="w" fact="0.38"/>
          <dgm:constr type="t" for="ch" forName="wedge3Tx" refType="h" fact="0.69"/>
          <dgm:constr type="w" for="ch" forName="wedge3Tx" refType="w" fact="0.24"/>
          <dgm:constr type="h" for="ch" forName="wedge3Tx" refType="h" fact="0.22"/>
          <dgm:constr type="l" for="ch" forName="wedge4" refType="w" fact="0.061"/>
          <dgm:constr type="t" for="ch" forName="wedge4" refType="h" fact="0.0862"/>
          <dgm:constr type="w" for="ch" forName="wedge4" refType="w" fact="0.84"/>
          <dgm:constr type="h" for="ch" forName="wedge4" refType="h" fact="0.84"/>
          <dgm:constr type="l" for="ch" forName="dummy4a" refType="w" fact="0.2341"/>
          <dgm:constr type="t" for="ch" forName="dummy4a" refType="h" fact="0.846"/>
          <dgm:constr type="l" for="ch" forName="dummy4b" refType="w" fact="0.0815"/>
          <dgm:constr type="t" for="ch" forName="dummy4b" refType="h" fact="0.3764"/>
          <dgm:constr type="r" for="ch" forName="wedge4Tx" refType="w" fact="0.36"/>
          <dgm:constr type="t" for="ch" forName="wedge4Tx" refType="h" fact="0.47"/>
          <dgm:constr type="w" for="ch" forName="wedge4Tx" refType="w" fact="0.25"/>
          <dgm:constr type="h" for="ch" forName="wedge4Tx" refType="h" fact="0.2"/>
          <dgm:constr type="l" for="ch" forName="wedge5" refType="w" fact="0.0682"/>
          <dgm:constr type="t" for="ch" forName="wedge5" refType="h" fact="0.0638"/>
          <dgm:constr type="w" for="ch" forName="wedge5" refType="w" fact="0.84"/>
          <dgm:constr type="h" for="ch" forName="wedge5" refType="h" fact="0.84"/>
          <dgm:constr type="l" for="ch" forName="dummy5a" refType="w" fact="0.0888"/>
          <dgm:constr type="t" for="ch" forName="dummy5a" refType="h" fact="0.354"/>
          <dgm:constr type="l" for="ch" forName="dummy5b" refType="w" fact="0.4882"/>
          <dgm:constr type="t" for="ch" forName="dummy5b" refType="h" fact="0.0638"/>
          <dgm:constr type="r" for="ch" forName="wedge5Tx" refType="w" fact="0.47"/>
          <dgm:constr type="t" for="ch" forName="wedge5Tx" refType="h" fact="0.205"/>
          <dgm:constr type="w" for="ch" forName="wedge5Tx" refType="w" fact="0.27"/>
          <dgm:constr type="h" for="ch" forName="wedge5Tx" refType="h" fact="0.18"/>
          <dgm:constr type="h" for="ch" forName="arrowWedge1" refType="w" fact="0.08"/>
          <dgm:constr type="diam" for="ch" forName="arrowWedge1" refType="w" fact="0.84"/>
          <dgm:constr type="l" for="ch" forName="arrowWedge1" refType="w" fact="0.5"/>
          <dgm:constr type="t" for="ch" forName="arrowWedge1" refType="w" fact="0.5"/>
          <dgm:constr type="h" for="ch" forName="arrowWedge2" refType="w" fact="0.08"/>
          <dgm:constr type="diam" for="ch" forName="arrowWedge2" refType="w" fact="0.84"/>
          <dgm:constr type="l" for="ch" forName="arrowWedge2" refType="w" fact="0.5"/>
          <dgm:constr type="t" for="ch" forName="arrowWedge2" refType="w" fact="0.5"/>
          <dgm:constr type="h" for="ch" forName="arrowWedge3" refType="w" fact="0.08"/>
          <dgm:constr type="diam" for="ch" forName="arrowWedge3" refType="w" fact="0.84"/>
          <dgm:constr type="l" for="ch" forName="arrowWedge3" refType="w" fact="0.5"/>
          <dgm:constr type="t" for="ch" forName="arrowWedge3" refType="w" fact="0.5"/>
          <dgm:constr type="h" for="ch" forName="arrowWedge4" refType="w" fact="0.08"/>
          <dgm:constr type="diam" for="ch" forName="arrowWedge4" refType="w" fact="0.84"/>
          <dgm:constr type="l" for="ch" forName="arrowWedge4" refType="w" fact="0.5"/>
          <dgm:constr type="t" for="ch" forName="arrowWedge4" refType="w" fact="0.5"/>
          <dgm:constr type="h" for="ch" forName="arrowWedge5" refType="w" fact="0.08"/>
          <dgm:constr type="diam" for="ch" forName="arrowWedge5" refType="w" fact="0.84"/>
          <dgm:constr type="l" for="ch" forName="arrowWedge5" refType="w" fact="0.5"/>
          <dgm:constr type="t" for="ch" forName="arrowWedge5" refType="w" fact="0.5"/>
          <dgm:constr type="primFontSz" for="ch" ptType="node" op="equ"/>
        </dgm:constrLst>
      </dgm:if>
      <dgm:if name="Name6" axis="ch" ptType="node" func="cnt" op="equ" val="6">
        <dgm:constrLst>
          <dgm:constr type="l" for="ch" forName="wedge1" refType="w" fact="0.09"/>
          <dgm:constr type="t" for="ch" forName="wedge1" refType="w" fact="0.0627"/>
          <dgm:constr type="w" for="ch" forName="wedge1" refType="w" fact="0.84"/>
          <dgm:constr type="h" for="ch" forName="wedge1" refType="h" fact="0.84"/>
          <dgm:constr type="l" for="ch" forName="dummy1a" refType="w" fact="0.51"/>
          <dgm:constr type="t" for="ch" forName="dummy1a" refType="h" fact="0.0627"/>
          <dgm:constr type="l" for="ch" forName="dummy1b" refType="w" fact="0.8737"/>
          <dgm:constr type="t" for="ch" forName="dummy1b" refType="h" fact="0.2727"/>
          <dgm:constr type="l" for="ch" forName="wedge1Tx" refType="w" fact="0.53"/>
          <dgm:constr type="t" for="ch" forName="wedge1Tx" refType="h" fact="0.17"/>
          <dgm:constr type="w" for="ch" forName="wedge1Tx" refType="w" fact="0.22"/>
          <dgm:constr type="h" for="ch" forName="wedge1Tx" refType="h" fact="0.17"/>
          <dgm:constr type="l" for="ch" forName="wedge2" refType="w" fact="0.1"/>
          <dgm:constr type="t" for="ch" forName="wedge2" refType="w" fact="0.08"/>
          <dgm:constr type="w" for="ch" forName="wedge2" refType="w" fact="0.84"/>
          <dgm:constr type="h" for="ch" forName="wedge2" refType="h" fact="0.84"/>
          <dgm:constr type="l" for="ch" forName="dummy2a" refType="w" fact="0.8837"/>
          <dgm:constr type="t" for="ch" forName="dummy2a" refType="h" fact="0.29"/>
          <dgm:constr type="l" for="ch" forName="dummy2b" refType="w" fact="0.8837"/>
          <dgm:constr type="t" for="ch" forName="dummy2b" refType="h" fact="0.71"/>
          <dgm:constr type="l" for="ch" forName="wedge2Tx" refType="w" fact="0.67"/>
          <dgm:constr type="t" for="ch" forName="wedge2Tx" refType="h" fact="0.42"/>
          <dgm:constr type="w" for="ch" forName="wedge2Tx" refType="w" fact="0.23"/>
          <dgm:constr type="h" for="ch" forName="wedge2Tx" refType="h" fact="0.165"/>
          <dgm:constr type="l" for="ch" forName="wedge3" refType="w" fact="0.09"/>
          <dgm:constr type="t" for="ch" forName="wedge3" refType="w" fact="0.0973"/>
          <dgm:constr type="w" for="ch" forName="wedge3" refType="w" fact="0.84"/>
          <dgm:constr type="h" for="ch" forName="wedge3" refType="h" fact="0.84"/>
          <dgm:constr type="l" for="ch" forName="dummy3a" refType="w" fact="0.8737"/>
          <dgm:constr type="t" for="ch" forName="dummy3a" refType="h" fact="0.7273"/>
          <dgm:constr type="l" for="ch" forName="dummy3b" refType="w" fact="0.51"/>
          <dgm:constr type="t" for="ch" forName="dummy3b" refType="h" fact="0.9373"/>
          <dgm:constr type="l" for="ch" forName="wedge3Tx" refType="w" fact="0.53"/>
          <dgm:constr type="t" for="ch" forName="wedge3Tx" refType="h" fact="0.665"/>
          <dgm:constr type="w" for="ch" forName="wedge3Tx" refType="w" fact="0.22"/>
          <dgm:constr type="h" for="ch" forName="wedge3Tx" refType="h" fact="0.17"/>
          <dgm:constr type="l" for="ch" forName="wedge4" refType="w" fact="0.07"/>
          <dgm:constr type="t" for="ch" forName="wedge4" refType="h" fact="0.0973"/>
          <dgm:constr type="w" for="ch" forName="wedge4" refType="w" fact="0.84"/>
          <dgm:constr type="h" for="ch" forName="wedge4" refType="h" fact="0.84"/>
          <dgm:constr type="l" for="ch" forName="dummy4a" refType="w" fact="0.49"/>
          <dgm:constr type="t" for="ch" forName="dummy4a" refType="h" fact="0.9373"/>
          <dgm:constr type="l" for="ch" forName="dummy4b" refType="w" fact="0.1263"/>
          <dgm:constr type="t" for="ch" forName="dummy4b" refType="h" fact="0.7273"/>
          <dgm:constr type="r" for="ch" forName="wedge4Tx" refType="w" fact="0.47"/>
          <dgm:constr type="t" for="ch" forName="wedge4Tx" refType="h" fact="0.665"/>
          <dgm:constr type="w" for="ch" forName="wedge4Tx" refType="w" fact="0.22"/>
          <dgm:constr type="h" for="ch" forName="wedge4Tx" refType="h" fact="0.17"/>
          <dgm:constr type="l" for="ch" forName="wedge5" refType="w" fact="0.06"/>
          <dgm:constr type="t" for="ch" forName="wedge5" refType="h" fact="0.08"/>
          <dgm:constr type="w" for="ch" forName="wedge5" refType="w" fact="0.84"/>
          <dgm:constr type="h" for="ch" forName="wedge5" refType="h" fact="0.84"/>
          <dgm:constr type="l" for="ch" forName="dummy5a" refType="w" fact="0.1163"/>
          <dgm:constr type="t" for="ch" forName="dummy5a" refType="h" fact="0.71"/>
          <dgm:constr type="l" for="ch" forName="dummy5b" refType="w" fact="0.1163"/>
          <dgm:constr type="t" for="ch" forName="dummy5b" refType="h" fact="0.29"/>
          <dgm:constr type="r" for="ch" forName="wedge5Tx" refType="w" fact="0.33"/>
          <dgm:constr type="t" for="ch" forName="wedge5Tx" refType="h" fact="0.42"/>
          <dgm:constr type="w" for="ch" forName="wedge5Tx" refType="w" fact="0.23"/>
          <dgm:constr type="h" for="ch" forName="wedge5Tx" refType="h" fact="0.165"/>
          <dgm:constr type="l" for="ch" forName="wedge6" refType="w" fact="0.07"/>
          <dgm:constr type="t" for="ch" forName="wedge6" refType="h" fact="0.0627"/>
          <dgm:constr type="w" for="ch" forName="wedge6" refType="w" fact="0.84"/>
          <dgm:constr type="h" for="ch" forName="wedge6" refType="h" fact="0.84"/>
          <dgm:constr type="l" for="ch" forName="dummy6a" refType="w" fact="0.1263"/>
          <dgm:constr type="t" for="ch" forName="dummy6a" refType="h" fact="0.2727"/>
          <dgm:constr type="l" for="ch" forName="dummy6b" refType="w" fact="0.49"/>
          <dgm:constr type="t" for="ch" forName="dummy6b" refType="h" fact="0.0627"/>
          <dgm:constr type="r" for="ch" forName="wedge6Tx" refType="w" fact="0.47"/>
          <dgm:constr type="t" for="ch" forName="wedge6Tx" refType="h" fact="0.17"/>
          <dgm:constr type="w" for="ch" forName="wedge6Tx" refType="w" fact="0.22"/>
          <dgm:constr type="h" for="ch" forName="wedge6Tx" refType="h" fact="0.17"/>
          <dgm:constr type="h" for="ch" forName="arrowWedge1" refType="w" fact="0.08"/>
          <dgm:constr type="diam" for="ch" forName="arrowWedge1" refType="w" fact="0.84"/>
          <dgm:constr type="l" for="ch" forName="arrowWedge1" refType="w" fact="0.5"/>
          <dgm:constr type="t" for="ch" forName="arrowWedge1" refType="w" fact="0.5"/>
          <dgm:constr type="h" for="ch" forName="arrowWedge2" refType="w" fact="0.08"/>
          <dgm:constr type="diam" for="ch" forName="arrowWedge2" refType="w" fact="0.84"/>
          <dgm:constr type="l" for="ch" forName="arrowWedge2" refType="w" fact="0.5"/>
          <dgm:constr type="t" for="ch" forName="arrowWedge2" refType="w" fact="0.5"/>
          <dgm:constr type="h" for="ch" forName="arrowWedge3" refType="w" fact="0.08"/>
          <dgm:constr type="diam" for="ch" forName="arrowWedge3" refType="w" fact="0.84"/>
          <dgm:constr type="l" for="ch" forName="arrowWedge3" refType="w" fact="0.5"/>
          <dgm:constr type="t" for="ch" forName="arrowWedge3" refType="w" fact="0.5"/>
          <dgm:constr type="h" for="ch" forName="arrowWedge4" refType="w" fact="0.08"/>
          <dgm:constr type="diam" for="ch" forName="arrowWedge4" refType="w" fact="0.84"/>
          <dgm:constr type="l" for="ch" forName="arrowWedge4" refType="w" fact="0.5"/>
          <dgm:constr type="t" for="ch" forName="arrowWedge4" refType="w" fact="0.5"/>
          <dgm:constr type="h" for="ch" forName="arrowWedge5" refType="w" fact="0.08"/>
          <dgm:constr type="diam" for="ch" forName="arrowWedge5" refType="w" fact="0.84"/>
          <dgm:constr type="l" for="ch" forName="arrowWedge5" refType="w" fact="0.5"/>
          <dgm:constr type="t" for="ch" forName="arrowWedge5" refType="w" fact="0.5"/>
          <dgm:constr type="h" for="ch" forName="arrowWedge6" refType="w" fact="0.08"/>
          <dgm:constr type="diam" for="ch" forName="arrowWedge6" refType="w" fact="0.84"/>
          <dgm:constr type="l" for="ch" forName="arrowWedge6" refType="w" fact="0.5"/>
          <dgm:constr type="t" for="ch" forName="arrowWedge6" refType="w" fact="0.5"/>
          <dgm:constr type="primFontSz" for="ch" ptType="node" op="equ"/>
        </dgm:constrLst>
      </dgm:if>
      <dgm:else name="Name7">
        <dgm:constrLst>
          <dgm:constr type="l" for="ch" forName="wedge1" refType="w" fact="0.0887"/>
          <dgm:constr type="t" for="ch" forName="wedge1" refType="w" fact="0.062"/>
          <dgm:constr type="w" for="ch" forName="wedge1" refType="w" fact="0.84"/>
          <dgm:constr type="h" for="ch" forName="wedge1" refType="h" fact="0.84"/>
          <dgm:constr type="l" for="ch" forName="dummy1a" refType="w" fact="0.5087"/>
          <dgm:constr type="t" for="ch" forName="dummy1a" refType="h" fact="0.062"/>
          <dgm:constr type="l" for="ch" forName="dummy1b" refType="w" fact="0.837"/>
          <dgm:constr type="t" for="ch" forName="dummy1b" refType="h" fact="0.2201"/>
          <dgm:constr type="l" for="ch" forName="wedge1Tx" refType="w" fact="0.53"/>
          <dgm:constr type="t" for="ch" forName="wedge1Tx" refType="h" fact="0.14"/>
          <dgm:constr type="w" for="ch" forName="wedge1Tx" refType="w" fact="0.2"/>
          <dgm:constr type="h" for="ch" forName="wedge1Tx" refType="h" fact="0.16"/>
          <dgm:constr type="l" for="ch" forName="wedge2" refType="w" fact="0.0995"/>
          <dgm:constr type="t" for="ch" forName="wedge2" refType="w" fact="0.0755"/>
          <dgm:constr type="w" for="ch" forName="wedge2" refType="w" fact="0.84"/>
          <dgm:constr type="h" for="ch" forName="wedge2" refType="h" fact="0.84"/>
          <dgm:constr type="l" for="ch" forName="dummy2a" refType="w" fact="0.8479"/>
          <dgm:constr type="t" for="ch" forName="dummy2a" refType="h" fact="0.2337"/>
          <dgm:constr type="l" for="ch" forName="dummy2b" refType="w" fact="0.929"/>
          <dgm:constr type="t" for="ch" forName="dummy2b" refType="h" fact="0.589"/>
          <dgm:constr type="l" for="ch" forName="wedge2Tx" refType="w" fact="0.67"/>
          <dgm:constr type="t" for="ch" forName="wedge2Tx" refType="h" fact="0.38"/>
          <dgm:constr type="w" for="ch" forName="wedge2Tx" refType="w" fact="0.23"/>
          <dgm:constr type="h" for="ch" forName="wedge2Tx" refType="h" fact="0.14"/>
          <dgm:constr type="l" for="ch" forName="wedge3" refType="w" fact="0.0956"/>
          <dgm:constr type="t" for="ch" forName="wedge3" refType="w" fact="0.0925"/>
          <dgm:constr type="w" for="ch" forName="wedge3" refType="w" fact="0.84"/>
          <dgm:constr type="h" for="ch" forName="wedge3" refType="h" fact="0.84"/>
          <dgm:constr type="l" for="ch" forName="dummy3a" refType="w" fact="0.9251"/>
          <dgm:constr type="t" for="ch" forName="dummy3a" refType="h" fact="0.6059"/>
          <dgm:constr type="l" for="ch" forName="dummy3b" refType="w" fact="0.6979"/>
          <dgm:constr type="t" for="ch" forName="dummy3b" refType="h" fact="0.8909"/>
          <dgm:constr type="l" for="ch" forName="wedge3Tx" refType="w" fact="0.635"/>
          <dgm:constr type="t" for="ch" forName="wedge3Tx" refType="h" fact="0.59"/>
          <dgm:constr type="w" for="ch" forName="wedge3Tx" refType="w" fact="0.2"/>
          <dgm:constr type="h" for="ch" forName="wedge3Tx" refType="h" fact="0.155"/>
          <dgm:constr type="l" for="ch" forName="wedge4" refType="w" fact="0.08"/>
          <dgm:constr type="t" for="ch" forName="wedge4" refType="h" fact="0.1"/>
          <dgm:constr type="w" for="ch" forName="wedge4" refType="w" fact="0.84"/>
          <dgm:constr type="h" for="ch" forName="wedge4" refType="h" fact="0.84"/>
          <dgm:constr type="l" for="ch" forName="dummy4a" refType="w" fact="0.6822"/>
          <dgm:constr type="t" for="ch" forName="dummy4a" refType="h" fact="0.8984"/>
          <dgm:constr type="l" for="ch" forName="dummy4b" refType="w" fact="0.3178"/>
          <dgm:constr type="t" for="ch" forName="dummy4b" refType="h" fact="0.8984"/>
          <dgm:constr type="l" for="ch" forName="wedge4Tx" refType="w" fact="0.4025"/>
          <dgm:constr type="t" for="ch" forName="wedge4Tx" refType="h" fact="0.76"/>
          <dgm:constr type="w" for="ch" forName="wedge4Tx" refType="w" fact="0.195"/>
          <dgm:constr type="h" for="ch" forName="wedge4Tx" refType="h" fact="0.14"/>
          <dgm:constr type="l" for="ch" forName="wedge5" refType="w" fact="0.0644"/>
          <dgm:constr type="t" for="ch" forName="wedge5" refType="h" fact="0.0925"/>
          <dgm:constr type="w" for="ch" forName="wedge5" refType="w" fact="0.84"/>
          <dgm:constr type="h" for="ch" forName="wedge5" refType="h" fact="0.84"/>
          <dgm:constr type="l" for="ch" forName="dummy5a" refType="w" fact="0.3021"/>
          <dgm:constr type="t" for="ch" forName="dummy5a" refType="h" fact="0.8909"/>
          <dgm:constr type="l" for="ch" forName="dummy5b" refType="w" fact="0.0749"/>
          <dgm:constr type="t" for="ch" forName="dummy5b" refType="h" fact="0.6059"/>
          <dgm:constr type="r" for="ch" forName="wedge5Tx" refType="w" fact="0.365"/>
          <dgm:constr type="t" for="ch" forName="wedge5Tx" refType="h" fact="0.59"/>
          <dgm:constr type="w" for="ch" forName="wedge5Tx" refType="w" fact="0.2"/>
          <dgm:constr type="h" for="ch" forName="wedge5Tx" refType="h" fact="0.155"/>
          <dgm:constr type="l" for="ch" forName="wedge6" refType="w" fact="0.0605"/>
          <dgm:constr type="t" for="ch" forName="wedge6" refType="h" fact="0.0755"/>
          <dgm:constr type="w" for="ch" forName="wedge6" refType="w" fact="0.84"/>
          <dgm:constr type="h" for="ch" forName="wedge6" refType="h" fact="0.84"/>
          <dgm:constr type="l" for="ch" forName="dummy6a" refType="w" fact="0.071"/>
          <dgm:constr type="t" for="ch" forName="dummy6a" refType="h" fact="0.589"/>
          <dgm:constr type="l" for="ch" forName="dummy6b" refType="w" fact="0.1521"/>
          <dgm:constr type="t" for="ch" forName="dummy6b" refType="h" fact="0.2337"/>
          <dgm:constr type="r" for="ch" forName="wedge6Tx" refType="w" fact="0.33"/>
          <dgm:constr type="t" for="ch" forName="wedge6Tx" refType="h" fact="0.38"/>
          <dgm:constr type="w" for="ch" forName="wedge6Tx" refType="w" fact="0.23"/>
          <dgm:constr type="h" for="ch" forName="wedge6Tx" refType="h" fact="0.14"/>
          <dgm:constr type="l" for="ch" forName="wedge7" refType="w" fact="0.0713"/>
          <dgm:constr type="t" for="ch" forName="wedge7" refType="h" fact="0.062"/>
          <dgm:constr type="w" for="ch" forName="wedge7" refType="w" fact="0.84"/>
          <dgm:constr type="h" for="ch" forName="wedge7" refType="h" fact="0.84"/>
          <dgm:constr type="l" for="ch" forName="dummy7a" refType="w" fact="0.163"/>
          <dgm:constr type="t" for="ch" forName="dummy7a" refType="h" fact="0.2201"/>
          <dgm:constr type="l" for="ch" forName="dummy7b" refType="w" fact="0.4913"/>
          <dgm:constr type="t" for="ch" forName="dummy7b" refType="h" fact="0.062"/>
          <dgm:constr type="r" for="ch" forName="wedge7Tx" refType="w" fact="0.47"/>
          <dgm:constr type="t" for="ch" forName="wedge7Tx" refType="h" fact="0.14"/>
          <dgm:constr type="w" for="ch" forName="wedge7Tx" refType="w" fact="0.2"/>
          <dgm:constr type="h" for="ch" forName="wedge7Tx" refType="h" fact="0.16"/>
          <dgm:constr type="h" for="ch" forName="arrowWedge1" refType="w" fact="0.08"/>
          <dgm:constr type="diam" for="ch" forName="arrowWedge1" refType="w" fact="0.84"/>
          <dgm:constr type="l" for="ch" forName="arrowWedge1" refType="w" fact="0.5"/>
          <dgm:constr type="t" for="ch" forName="arrowWedge1" refType="w" fact="0.5"/>
          <dgm:constr type="h" for="ch" forName="arrowWedge2" refType="w" fact="0.08"/>
          <dgm:constr type="diam" for="ch" forName="arrowWedge2" refType="w" fact="0.84"/>
          <dgm:constr type="l" for="ch" forName="arrowWedge2" refType="w" fact="0.5"/>
          <dgm:constr type="t" for="ch" forName="arrowWedge2" refType="w" fact="0.5"/>
          <dgm:constr type="h" for="ch" forName="arrowWedge3" refType="w" fact="0.08"/>
          <dgm:constr type="diam" for="ch" forName="arrowWedge3" refType="w" fact="0.84"/>
          <dgm:constr type="l" for="ch" forName="arrowWedge3" refType="w" fact="0.5"/>
          <dgm:constr type="t" for="ch" forName="arrowWedge3" refType="w" fact="0.5"/>
          <dgm:constr type="h" for="ch" forName="arrowWedge4" refType="w" fact="0.08"/>
          <dgm:constr type="diam" for="ch" forName="arrowWedge4" refType="w" fact="0.84"/>
          <dgm:constr type="l" for="ch" forName="arrowWedge4" refType="w" fact="0.5"/>
          <dgm:constr type="t" for="ch" forName="arrowWedge4" refType="w" fact="0.5"/>
          <dgm:constr type="h" for="ch" forName="arrowWedge5" refType="w" fact="0.08"/>
          <dgm:constr type="diam" for="ch" forName="arrowWedge5" refType="w" fact="0.84"/>
          <dgm:constr type="l" for="ch" forName="arrowWedge5" refType="w" fact="0.5"/>
          <dgm:constr type="t" for="ch" forName="arrowWedge5" refType="w" fact="0.5"/>
          <dgm:constr type="h" for="ch" forName="arrowWedge6" refType="w" fact="0.08"/>
          <dgm:constr type="diam" for="ch" forName="arrowWedge6" refType="w" fact="0.84"/>
          <dgm:constr type="l" for="ch" forName="arrowWedge6" refType="w" fact="0.5"/>
          <dgm:constr type="t" for="ch" forName="arrowWedge6" refType="w" fact="0.5"/>
          <dgm:constr type="h" for="ch" forName="arrowWedge7" refType="w" fact="0.08"/>
          <dgm:constr type="diam" for="ch" forName="arrowWedge7" refType="w" fact="0.84"/>
          <dgm:constr type="l" for="ch" forName="arrowWedge7" refType="w" fact="0.5"/>
          <dgm:constr type="t" for="ch" forName="arrowWedge7" refType="w" fact="0.5"/>
          <dgm:constr type="primFontSz" for="ch" ptType="node" op="equ"/>
        </dgm:constrLst>
      </dgm:else>
    </dgm:choose>
    <dgm:ruleLst/>
    <dgm:choose name="Name8">
      <dgm:if name="Name9" axis="ch" ptType="node" func="cnt" op="gte" val="1">
        <dgm:layoutNode name="wedge1">
          <dgm:alg type="sp"/>
          <dgm:choose name="Name10">
            <dgm:if name="Name11" axis="ch" ptType="node" func="cnt" op="equ" val="1">
              <dgm:shape xmlns:r="http://schemas.openxmlformats.org/officeDocument/2006/relationships" type="ellipse" r:blip="">
                <dgm:adjLst/>
              </dgm:shape>
            </dgm:if>
            <dgm:if name="Name12" axis="ch" ptType="node" func="cnt" op="equ" val="2">
              <dgm:shape xmlns:r="http://schemas.openxmlformats.org/officeDocument/2006/relationships" type="pie" r:blip="">
                <dgm:adjLst>
                  <dgm:adj idx="1" val="270"/>
                  <dgm:adj idx="2" val="90"/>
                </dgm:adjLst>
              </dgm:shape>
            </dgm:if>
            <dgm:if name="Name13" axis="ch" ptType="node" func="cnt" op="equ" val="3">
              <dgm:shape xmlns:r="http://schemas.openxmlformats.org/officeDocument/2006/relationships" type="pie" r:blip="">
                <dgm:adjLst>
                  <dgm:adj idx="1" val="270"/>
                  <dgm:adj idx="2" val="30"/>
                </dgm:adjLst>
              </dgm:shape>
            </dgm:if>
            <dgm:if name="Name14" axis="ch" ptType="node" func="cnt" op="equ" val="4">
              <dgm:shape xmlns:r="http://schemas.openxmlformats.org/officeDocument/2006/relationships" type="pie" r:blip="">
                <dgm:adjLst>
                  <dgm:adj idx="1" val="270"/>
                  <dgm:adj idx="2" val="0"/>
                </dgm:adjLst>
              </dgm:shape>
            </dgm:if>
            <dgm:if name="Name15" axis="ch" ptType="node" func="cnt" op="equ" val="5">
              <dgm:shape xmlns:r="http://schemas.openxmlformats.org/officeDocument/2006/relationships" type="pie" r:blip="">
                <dgm:adjLst>
                  <dgm:adj idx="1" val="270"/>
                  <dgm:adj idx="2" val="342"/>
                </dgm:adjLst>
              </dgm:shape>
            </dgm:if>
            <dgm:if name="Name16" axis="ch" ptType="node" func="cnt" op="equ" val="6">
              <dgm:shape xmlns:r="http://schemas.openxmlformats.org/officeDocument/2006/relationships" type="pie" r:blip="">
                <dgm:adjLst>
                  <dgm:adj idx="1" val="270"/>
                  <dgm:adj idx="2" val="330"/>
                </dgm:adjLst>
              </dgm:shape>
            </dgm:if>
            <dgm:else name="Name17">
              <dgm:shape xmlns:r="http://schemas.openxmlformats.org/officeDocument/2006/relationships" type="pie" r:blip="">
                <dgm:adjLst>
                  <dgm:adj idx="1" val="270"/>
                  <dgm:adj idx="2" val="321.4286"/>
                </dgm:adjLst>
              </dgm:shape>
            </dgm:else>
          </dgm:choose>
          <dgm:choose name="Name18">
            <dgm:if name="Name19" func="var" arg="dir" op="equ" val="norm">
              <dgm:presOf axis="ch desOrSelf" ptType="node node" st="1 1" cnt="1 0"/>
            </dgm:if>
            <dgm:else name="Name20">
              <dgm:choose name="Name21">
                <dgm:if name="Name22" axis="ch" ptType="node" func="cnt" op="equ" val="1">
                  <dgm:presOf axis="ch desOrSelf" ptType="node node" st="1 1" cnt="1 0"/>
                </dgm:if>
                <dgm:if name="Name23" axis="ch" ptType="node" func="cnt" op="equ" val="2">
                  <dgm:presOf axis="ch desOrSelf" ptType="node node" st="2 1" cnt="1 0"/>
                </dgm:if>
                <dgm:if name="Name24" axis="ch" ptType="node" func="cnt" op="equ" val="3">
                  <dgm:presOf axis="ch desOrSelf" ptType="node node" st="3 1" cnt="1 0"/>
                </dgm:if>
                <dgm:if name="Name25" axis="ch" ptType="node" func="cnt" op="equ" val="4">
                  <dgm:presOf axis="ch desOrSelf" ptType="node node" st="4 1" cnt="1 0"/>
                </dgm:if>
                <dgm:if name="Name26" axis="ch" ptType="node" func="cnt" op="equ" val="5">
                  <dgm:presOf axis="ch desOrSelf" ptType="node node" st="5 1" cnt="1 0"/>
                </dgm:if>
                <dgm:if name="Name27" axis="ch" ptType="node" func="cnt" op="equ" val="6">
                  <dgm:presOf axis="ch desOrSelf" ptType="node node" st="6 1" cnt="1 0"/>
                </dgm:if>
                <dgm:else name="Name28">
                  <dgm:presOf axis="ch desOrSelf" ptType="node node" st="7 1" cnt="1 0"/>
                </dgm:else>
              </dgm:choose>
            </dgm:else>
          </dgm:choose>
          <dgm:constrLst/>
          <dgm:ruleLst/>
        </dgm:layoutNode>
        <dgm:layoutNode name="dummy1a" moveWith="wedge1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dummy1b" moveWith="wedge1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wedge1Tx" moveWith="wedg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29">
            <dgm:if name="Name30" func="var" arg="dir" op="equ" val="norm">
              <dgm:presOf axis="ch desOrSelf" ptType="node node" st="1 1" cnt="1 0"/>
            </dgm:if>
            <dgm:else name="Name31">
              <dgm:choose name="Name32">
                <dgm:if name="Name33" axis="ch" ptType="node" func="cnt" op="equ" val="1">
                  <dgm:presOf axis="ch desOrSelf" ptType="node node" st="1 1" cnt="1 0"/>
                </dgm:if>
                <dgm:if name="Name34" axis="ch" ptType="node" func="cnt" op="equ" val="2">
                  <dgm:presOf axis="ch desOrSelf" ptType="node node" st="2 1" cnt="1 0"/>
                </dgm:if>
                <dgm:if name="Name35" axis="ch" ptType="node" func="cnt" op="equ" val="3">
                  <dgm:presOf axis="ch desOrSelf" ptType="node node" st="3 1" cnt="1 0"/>
                </dgm:if>
                <dgm:if name="Name36" axis="ch" ptType="node" func="cnt" op="equ" val="4">
                  <dgm:presOf axis="ch desOrSelf" ptType="node node" st="4 1" cnt="1 0"/>
                </dgm:if>
                <dgm:if name="Name37" axis="ch" ptType="node" func="cnt" op="equ" val="5">
                  <dgm:presOf axis="ch desOrSelf" ptType="node node" st="5 1" cnt="1 0"/>
                </dgm:if>
                <dgm:if name="Name38" axis="ch" ptType="node" func="cnt" op="equ" val="6">
                  <dgm:presOf axis="ch desOrSelf" ptType="node node" st="6 1" cnt="1 0"/>
                </dgm:if>
                <dgm:else name="Name39">
                  <dgm:presOf axis="ch desOrSelf" ptType="node node" st="7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40"/>
    </dgm:choose>
    <dgm:choose name="Name41">
      <dgm:if name="Name42" axis="ch" ptType="node" func="cnt" op="gte" val="2">
        <dgm:layoutNode name="wedge2">
          <dgm:alg type="sp"/>
          <dgm:choose name="Name43">
            <dgm:if name="Name44" axis="ch" ptType="node" func="cnt" op="equ" val="2">
              <dgm:shape xmlns:r="http://schemas.openxmlformats.org/officeDocument/2006/relationships" type="pie" r:blip="">
                <dgm:adjLst>
                  <dgm:adj idx="1" val="90"/>
                  <dgm:adj idx="2" val="270"/>
                </dgm:adjLst>
              </dgm:shape>
            </dgm:if>
            <dgm:if name="Name45" axis="ch" ptType="node" func="cnt" op="equ" val="3">
              <dgm:shape xmlns:r="http://schemas.openxmlformats.org/officeDocument/2006/relationships" type="pie" r:blip="">
                <dgm:adjLst>
                  <dgm:adj idx="1" val="30"/>
                  <dgm:adj idx="2" val="150"/>
                </dgm:adjLst>
              </dgm:shape>
            </dgm:if>
            <dgm:if name="Name46" axis="ch" ptType="node" func="cnt" op="equ" val="4">
              <dgm:shape xmlns:r="http://schemas.openxmlformats.org/officeDocument/2006/relationships" type="pie" r:blip="">
                <dgm:adjLst>
                  <dgm:adj idx="1" val="0"/>
                  <dgm:adj idx="2" val="90"/>
                </dgm:adjLst>
              </dgm:shape>
            </dgm:if>
            <dgm:if name="Name47" axis="ch" ptType="node" func="cnt" op="equ" val="5">
              <dgm:shape xmlns:r="http://schemas.openxmlformats.org/officeDocument/2006/relationships" type="pie" r:blip="">
                <dgm:adjLst>
                  <dgm:adj idx="1" val="342"/>
                  <dgm:adj idx="2" val="54"/>
                </dgm:adjLst>
              </dgm:shape>
            </dgm:if>
            <dgm:if name="Name48" axis="ch" ptType="node" func="cnt" op="equ" val="6">
              <dgm:shape xmlns:r="http://schemas.openxmlformats.org/officeDocument/2006/relationships" type="pie" r:blip="">
                <dgm:adjLst>
                  <dgm:adj idx="1" val="330"/>
                  <dgm:adj idx="2" val="30"/>
                </dgm:adjLst>
              </dgm:shape>
            </dgm:if>
            <dgm:else name="Name49">
              <dgm:shape xmlns:r="http://schemas.openxmlformats.org/officeDocument/2006/relationships" type="pie" r:blip="">
                <dgm:adjLst>
                  <dgm:adj idx="1" val="321.4286"/>
                  <dgm:adj idx="2" val="12.85714"/>
                </dgm:adjLst>
              </dgm:shape>
            </dgm:else>
          </dgm:choose>
          <dgm:choose name="Name50">
            <dgm:if name="Name51" func="var" arg="dir" op="equ" val="norm">
              <dgm:presOf axis="ch desOrSelf" ptType="node node" st="2 1" cnt="1 0"/>
            </dgm:if>
            <dgm:else name="Name52">
              <dgm:choose name="Name53">
                <dgm:if name="Name54" axis="ch" ptType="node" func="cnt" op="equ" val="2">
                  <dgm:presOf axis="ch desOrSelf" ptType="node node" st="1 1" cnt="1 0"/>
                </dgm:if>
                <dgm:if name="Name55" axis="ch" ptType="node" func="cnt" op="equ" val="3">
                  <dgm:presOf axis="ch desOrSelf" ptType="node node" st="2 1" cnt="1 0"/>
                </dgm:if>
                <dgm:if name="Name56" axis="ch" ptType="node" func="cnt" op="equ" val="4">
                  <dgm:presOf axis="ch desOrSelf" ptType="node node" st="3 1" cnt="1 0"/>
                </dgm:if>
                <dgm:if name="Name57" axis="ch" ptType="node" func="cnt" op="equ" val="5">
                  <dgm:presOf axis="ch desOrSelf" ptType="node node" st="4 1" cnt="1 0"/>
                </dgm:if>
                <dgm:if name="Name58" axis="ch" ptType="node" func="cnt" op="equ" val="6">
                  <dgm:presOf axis="ch desOrSelf" ptType="node node" st="5 1" cnt="1 0"/>
                </dgm:if>
                <dgm:else name="Name59">
                  <dgm:presOf axis="ch desOrSelf" ptType="node node" st="6 1" cnt="1 0"/>
                </dgm:else>
              </dgm:choose>
            </dgm:else>
          </dgm:choose>
          <dgm:constrLst/>
          <dgm:ruleLst/>
        </dgm:layoutNode>
        <dgm:layoutNode name="dummy2a" moveWith="wedge2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dummy2b" moveWith="wedge2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wedge2Tx" moveWith="wedge2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60">
            <dgm:if name="Name61" func="var" arg="dir" op="equ" val="norm">
              <dgm:presOf axis="ch desOrSelf" ptType="node node" st="2 1" cnt="1 0"/>
            </dgm:if>
            <dgm:else name="Name62">
              <dgm:choose name="Name63">
                <dgm:if name="Name64" axis="ch" ptType="node" func="cnt" op="equ" val="2">
                  <dgm:presOf axis="ch desOrSelf" ptType="node node" st="1 1" cnt="1 0"/>
                </dgm:if>
                <dgm:if name="Name65" axis="ch" ptType="node" func="cnt" op="equ" val="3">
                  <dgm:presOf axis="ch desOrSelf" ptType="node node" st="2 1" cnt="1 0"/>
                </dgm:if>
                <dgm:if name="Name66" axis="ch" ptType="node" func="cnt" op="equ" val="4">
                  <dgm:presOf axis="ch desOrSelf" ptType="node node" st="3 1" cnt="1 0"/>
                </dgm:if>
                <dgm:if name="Name67" axis="ch" ptType="node" func="cnt" op="equ" val="5">
                  <dgm:presOf axis="ch desOrSelf" ptType="node node" st="4 1" cnt="1 0"/>
                </dgm:if>
                <dgm:if name="Name68" axis="ch" ptType="node" func="cnt" op="equ" val="6">
                  <dgm:presOf axis="ch desOrSelf" ptType="node node" st="5 1" cnt="1 0"/>
                </dgm:if>
                <dgm:else name="Name69">
                  <dgm:presOf axis="ch desOrSelf" ptType="node node" st="6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70"/>
    </dgm:choose>
    <dgm:choose name="Name71">
      <dgm:if name="Name72" axis="ch" ptType="node" func="cnt" op="gte" val="3">
        <dgm:layoutNode name="wedge3">
          <dgm:alg type="sp"/>
          <dgm:choose name="Name73">
            <dgm:if name="Name74" axis="ch" ptType="node" func="cnt" op="equ" val="3">
              <dgm:shape xmlns:r="http://schemas.openxmlformats.org/officeDocument/2006/relationships" type="pie" r:blip="">
                <dgm:adjLst>
                  <dgm:adj idx="1" val="150"/>
                  <dgm:adj idx="2" val="270"/>
                </dgm:adjLst>
              </dgm:shape>
            </dgm:if>
            <dgm:if name="Name75" axis="ch" ptType="node" func="cnt" op="equ" val="4">
              <dgm:shape xmlns:r="http://schemas.openxmlformats.org/officeDocument/2006/relationships" type="pie" r:blip="">
                <dgm:adjLst>
                  <dgm:adj idx="1" val="90"/>
                  <dgm:adj idx="2" val="180"/>
                </dgm:adjLst>
              </dgm:shape>
            </dgm:if>
            <dgm:if name="Name76" axis="ch" ptType="node" func="cnt" op="equ" val="5">
              <dgm:shape xmlns:r="http://schemas.openxmlformats.org/officeDocument/2006/relationships" type="pie" r:blip="">
                <dgm:adjLst>
                  <dgm:adj idx="1" val="54"/>
                  <dgm:adj idx="2" val="126"/>
                </dgm:adjLst>
              </dgm:shape>
            </dgm:if>
            <dgm:if name="Name77" axis="ch" ptType="node" func="cnt" op="equ" val="6">
              <dgm:shape xmlns:r="http://schemas.openxmlformats.org/officeDocument/2006/relationships" type="pie" r:blip="">
                <dgm:adjLst>
                  <dgm:adj idx="1" val="30"/>
                  <dgm:adj idx="2" val="90"/>
                </dgm:adjLst>
              </dgm:shape>
            </dgm:if>
            <dgm:else name="Name78">
              <dgm:shape xmlns:r="http://schemas.openxmlformats.org/officeDocument/2006/relationships" type="pie" r:blip="">
                <dgm:adjLst>
                  <dgm:adj idx="1" val="12.85714"/>
                  <dgm:adj idx="2" val="64.28571"/>
                </dgm:adjLst>
              </dgm:shape>
            </dgm:else>
          </dgm:choose>
          <dgm:choose name="Name79">
            <dgm:if name="Name80" func="var" arg="dir" op="equ" val="norm">
              <dgm:presOf axis="ch desOrSelf" ptType="node node" st="3 1" cnt="1 0"/>
            </dgm:if>
            <dgm:else name="Name81">
              <dgm:choose name="Name82">
                <dgm:if name="Name83" axis="ch" ptType="node" func="cnt" op="equ" val="3">
                  <dgm:presOf axis="ch desOrSelf" ptType="node node" st="1 1" cnt="1 0"/>
                </dgm:if>
                <dgm:if name="Name84" axis="ch" ptType="node" func="cnt" op="equ" val="4">
                  <dgm:presOf axis="ch desOrSelf" ptType="node node" st="2 1" cnt="1 0"/>
                </dgm:if>
                <dgm:if name="Name85" axis="ch" ptType="node" func="cnt" op="equ" val="5">
                  <dgm:presOf axis="ch desOrSelf" ptType="node node" st="3 1" cnt="1 0"/>
                </dgm:if>
                <dgm:if name="Name86" axis="ch" ptType="node" func="cnt" op="equ" val="6">
                  <dgm:presOf axis="ch desOrSelf" ptType="node node" st="4 1" cnt="1 0"/>
                </dgm:if>
                <dgm:else name="Name87">
                  <dgm:presOf axis="ch desOrSelf" ptType="node node" st="5 1" cnt="1 0"/>
                </dgm:else>
              </dgm:choose>
            </dgm:else>
          </dgm:choose>
          <dgm:constrLst/>
          <dgm:ruleLst/>
        </dgm:layoutNode>
        <dgm:layoutNode name="dummy3a" moveWith="wedge3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dummy3b" moveWith="wedge3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wedge3Tx" moveWith="wedge3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88">
            <dgm:if name="Name89" func="var" arg="dir" op="equ" val="norm">
              <dgm:presOf axis="ch desOrSelf" ptType="node node" st="3 1" cnt="1 0"/>
            </dgm:if>
            <dgm:else name="Name90">
              <dgm:choose name="Name91">
                <dgm:if name="Name92" axis="ch" ptType="node" func="cnt" op="equ" val="3">
                  <dgm:presOf axis="ch desOrSelf" ptType="node node" st="1 1" cnt="1 0"/>
                </dgm:if>
                <dgm:if name="Name93" axis="ch" ptType="node" func="cnt" op="equ" val="4">
                  <dgm:presOf axis="ch desOrSelf" ptType="node node" st="2 1" cnt="1 0"/>
                </dgm:if>
                <dgm:if name="Name94" axis="ch" ptType="node" func="cnt" op="equ" val="5">
                  <dgm:presOf axis="ch desOrSelf" ptType="node node" st="3 1" cnt="1 0"/>
                </dgm:if>
                <dgm:if name="Name95" axis="ch" ptType="node" func="cnt" op="equ" val="6">
                  <dgm:presOf axis="ch desOrSelf" ptType="node node" st="4 1" cnt="1 0"/>
                </dgm:if>
                <dgm:else name="Name96">
                  <dgm:presOf axis="ch desOrSelf" ptType="node node" st="5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97"/>
    </dgm:choose>
    <dgm:choose name="Name98">
      <dgm:if name="Name99" axis="ch" ptType="node" func="cnt" op="gte" val="4">
        <dgm:layoutNode name="wedge4">
          <dgm:alg type="sp"/>
          <dgm:choose name="Name100">
            <dgm:if name="Name101" axis="ch" ptType="node" func="cnt" op="equ" val="4">
              <dgm:shape xmlns:r="http://schemas.openxmlformats.org/officeDocument/2006/relationships" type="pie" r:blip="">
                <dgm:adjLst>
                  <dgm:adj idx="1" val="180"/>
                  <dgm:adj idx="2" val="270"/>
                </dgm:adjLst>
              </dgm:shape>
            </dgm:if>
            <dgm:if name="Name102" axis="ch" ptType="node" func="cnt" op="equ" val="5">
              <dgm:shape xmlns:r="http://schemas.openxmlformats.org/officeDocument/2006/relationships" type="pie" r:blip="">
                <dgm:adjLst>
                  <dgm:adj idx="1" val="126"/>
                  <dgm:adj idx="2" val="198"/>
                </dgm:adjLst>
              </dgm:shape>
            </dgm:if>
            <dgm:if name="Name103" axis="ch" ptType="node" func="cnt" op="equ" val="6">
              <dgm:shape xmlns:r="http://schemas.openxmlformats.org/officeDocument/2006/relationships" type="pie" r:blip="">
                <dgm:adjLst>
                  <dgm:adj idx="1" val="90"/>
                  <dgm:adj idx="2" val="150"/>
                </dgm:adjLst>
              </dgm:shape>
            </dgm:if>
            <dgm:else name="Name104">
              <dgm:shape xmlns:r="http://schemas.openxmlformats.org/officeDocument/2006/relationships" type="pie" r:blip="">
                <dgm:adjLst>
                  <dgm:adj idx="1" val="64.2871"/>
                  <dgm:adj idx="2" val="115.7143"/>
                </dgm:adjLst>
              </dgm:shape>
            </dgm:else>
          </dgm:choose>
          <dgm:choose name="Name105">
            <dgm:if name="Name106" func="var" arg="dir" op="equ" val="norm">
              <dgm:presOf axis="ch desOrSelf" ptType="node node" st="4 1" cnt="1 0"/>
            </dgm:if>
            <dgm:else name="Name107">
              <dgm:choose name="Name108">
                <dgm:if name="Name109" axis="ch" ptType="node" func="cnt" op="equ" val="4">
                  <dgm:presOf axis="ch desOrSelf" ptType="node node" st="1 1" cnt="1 0"/>
                </dgm:if>
                <dgm:if name="Name110" axis="ch" ptType="node" func="cnt" op="equ" val="5">
                  <dgm:presOf axis="ch desOrSelf" ptType="node node" st="2 1" cnt="1 0"/>
                </dgm:if>
                <dgm:if name="Name111" axis="ch" ptType="node" func="cnt" op="equ" val="6">
                  <dgm:presOf axis="ch desOrSelf" ptType="node node" st="3 1" cnt="1 0"/>
                </dgm:if>
                <dgm:else name="Name112">
                  <dgm:presOf axis="ch desOrSelf" ptType="node node" st="4 1" cnt="1 0"/>
                </dgm:else>
              </dgm:choose>
            </dgm:else>
          </dgm:choose>
          <dgm:constrLst/>
          <dgm:ruleLst/>
        </dgm:layoutNode>
        <dgm:layoutNode name="dummy4a" moveWith="wedge4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dummy4b" moveWith="wedge4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wedge4Tx" moveWith="wedge4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13">
            <dgm:if name="Name114" func="var" arg="dir" op="equ" val="norm">
              <dgm:presOf axis="ch desOrSelf" ptType="node node" st="4 1" cnt="1 0"/>
            </dgm:if>
            <dgm:else name="Name115">
              <dgm:choose name="Name116">
                <dgm:if name="Name117" axis="ch" ptType="node" func="cnt" op="equ" val="4">
                  <dgm:presOf axis="ch desOrSelf" ptType="node node" st="1 1" cnt="1 0"/>
                </dgm:if>
                <dgm:if name="Name118" axis="ch" ptType="node" func="cnt" op="equ" val="5">
                  <dgm:presOf axis="ch desOrSelf" ptType="node node" st="2 1" cnt="1 0"/>
                </dgm:if>
                <dgm:if name="Name119" axis="ch" ptType="node" func="cnt" op="equ" val="6">
                  <dgm:presOf axis="ch desOrSelf" ptType="node node" st="3 1" cnt="1 0"/>
                </dgm:if>
                <dgm:else name="Name120">
                  <dgm:presOf axis="ch desOrSelf" ptType="node node" st="4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21"/>
    </dgm:choose>
    <dgm:choose name="Name122">
      <dgm:if name="Name123" axis="ch" ptType="node" func="cnt" op="gte" val="5">
        <dgm:layoutNode name="wedge5">
          <dgm:alg type="sp"/>
          <dgm:choose name="Name124">
            <dgm:if name="Name125" axis="ch" ptType="node" func="cnt" op="equ" val="5">
              <dgm:shape xmlns:r="http://schemas.openxmlformats.org/officeDocument/2006/relationships" type="pie" r:blip="">
                <dgm:adjLst>
                  <dgm:adj idx="1" val="198"/>
                  <dgm:adj idx="2" val="270"/>
                </dgm:adjLst>
              </dgm:shape>
            </dgm:if>
            <dgm:if name="Name126" axis="ch" ptType="node" func="cnt" op="equ" val="6">
              <dgm:shape xmlns:r="http://schemas.openxmlformats.org/officeDocument/2006/relationships" type="pie" r:blip="">
                <dgm:adjLst>
                  <dgm:adj idx="1" val="150"/>
                  <dgm:adj idx="2" val="210"/>
                </dgm:adjLst>
              </dgm:shape>
            </dgm:if>
            <dgm:else name="Name127">
              <dgm:shape xmlns:r="http://schemas.openxmlformats.org/officeDocument/2006/relationships" type="pie" r:blip="">
                <dgm:adjLst>
                  <dgm:adj idx="1" val="115.7143"/>
                  <dgm:adj idx="2" val="167.1429"/>
                </dgm:adjLst>
              </dgm:shape>
            </dgm:else>
          </dgm:choose>
          <dgm:choose name="Name128">
            <dgm:if name="Name129" func="var" arg="dir" op="equ" val="norm">
              <dgm:presOf axis="ch desOrSelf" ptType="node node" st="5 1" cnt="1 0"/>
            </dgm:if>
            <dgm:else name="Name130">
              <dgm:choose name="Name131">
                <dgm:if name="Name132" axis="ch" ptType="node" func="cnt" op="equ" val="5">
                  <dgm:presOf axis="ch desOrSelf" ptType="node node" st="1 1" cnt="1 0"/>
                </dgm:if>
                <dgm:if name="Name133" axis="ch" ptType="node" func="cnt" op="equ" val="6">
                  <dgm:presOf axis="ch desOrSelf" ptType="node node" st="2 1" cnt="1 0"/>
                </dgm:if>
                <dgm:else name="Name134">
                  <dgm:presOf axis="ch desOrSelf" ptType="node node" st="3 1" cnt="1 0"/>
                </dgm:else>
              </dgm:choose>
            </dgm:else>
          </dgm:choose>
          <dgm:constrLst/>
          <dgm:ruleLst/>
        </dgm:layoutNode>
        <dgm:layoutNode name="dummy5a" moveWith="wedge5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dummy5b" moveWith="wedge5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wedge5Tx" moveWith="wedge5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35">
            <dgm:if name="Name136" func="var" arg="dir" op="equ" val="norm">
              <dgm:presOf axis="ch desOrSelf" ptType="node node" st="5 1" cnt="1 0"/>
            </dgm:if>
            <dgm:else name="Name137">
              <dgm:choose name="Name138">
                <dgm:if name="Name139" axis="ch" ptType="node" func="cnt" op="equ" val="5">
                  <dgm:presOf axis="ch desOrSelf" ptType="node node" st="1 1" cnt="1 0"/>
                </dgm:if>
                <dgm:if name="Name140" axis="ch" ptType="node" func="cnt" op="equ" val="6">
                  <dgm:presOf axis="ch desOrSelf" ptType="node node" st="2 1" cnt="1 0"/>
                </dgm:if>
                <dgm:else name="Name141">
                  <dgm:presOf axis="ch desOrSelf" ptType="node node" st="3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42"/>
    </dgm:choose>
    <dgm:choose name="Name143">
      <dgm:if name="Name144" axis="ch" ptType="node" func="cnt" op="gte" val="6">
        <dgm:layoutNode name="wedge6">
          <dgm:alg type="sp"/>
          <dgm:choose name="Name145">
            <dgm:if name="Name146" axis="ch" ptType="node" func="cnt" op="equ" val="6">
              <dgm:shape xmlns:r="http://schemas.openxmlformats.org/officeDocument/2006/relationships" type="pie" r:blip="">
                <dgm:adjLst>
                  <dgm:adj idx="1" val="210"/>
                  <dgm:adj idx="2" val="270"/>
                </dgm:adjLst>
              </dgm:shape>
            </dgm:if>
            <dgm:else name="Name147">
              <dgm:shape xmlns:r="http://schemas.openxmlformats.org/officeDocument/2006/relationships" type="pie" r:blip="">
                <dgm:adjLst>
                  <dgm:adj idx="1" val="167.1429"/>
                  <dgm:adj idx="2" val="218.5714"/>
                </dgm:adjLst>
              </dgm:shape>
            </dgm:else>
          </dgm:choose>
          <dgm:choose name="Name148">
            <dgm:if name="Name149" func="var" arg="dir" op="equ" val="norm">
              <dgm:presOf axis="ch desOrSelf" ptType="node node" st="6 1" cnt="1 0"/>
            </dgm:if>
            <dgm:else name="Name150">
              <dgm:choose name="Name151">
                <dgm:if name="Name152" axis="ch" ptType="node" func="cnt" op="equ" val="6">
                  <dgm:presOf axis="ch desOrSelf" ptType="node node" st="1 1" cnt="1 0"/>
                </dgm:if>
                <dgm:else name="Name153">
                  <dgm:presOf axis="ch desOrSelf" ptType="node node" st="2 1" cnt="1 0"/>
                </dgm:else>
              </dgm:choose>
            </dgm:else>
          </dgm:choose>
          <dgm:constrLst/>
          <dgm:ruleLst/>
        </dgm:layoutNode>
        <dgm:layoutNode name="dummy6a" moveWith="wedge6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dummy6b" moveWith="wedge6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wedge6Tx" moveWith="wedge6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54">
            <dgm:if name="Name155" func="var" arg="dir" op="equ" val="norm">
              <dgm:presOf axis="ch desOrSelf" ptType="node node" st="6 1" cnt="1 0"/>
            </dgm:if>
            <dgm:else name="Name156">
              <dgm:choose name="Name157">
                <dgm:if name="Name158" axis="ch" ptType="node" func="cnt" op="equ" val="6">
                  <dgm:presOf axis="ch desOrSelf" ptType="node node" st="1 1" cnt="1 0"/>
                </dgm:if>
                <dgm:else name="Name159">
                  <dgm:presOf axis="ch desOrSelf" ptType="node node" st="2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60"/>
    </dgm:choose>
    <dgm:choose name="Name161">
      <dgm:if name="Name162" axis="ch" ptType="node" func="cnt" op="gte" val="7">
        <dgm:layoutNode name="wedge7">
          <dgm:alg type="sp"/>
          <dgm:shape xmlns:r="http://schemas.openxmlformats.org/officeDocument/2006/relationships" type="pie" r:blip="">
            <dgm:adjLst>
              <dgm:adj idx="1" val="218.5714"/>
              <dgm:adj idx="2" val="270"/>
            </dgm:adjLst>
          </dgm:shape>
          <dgm:choose name="Name163">
            <dgm:if name="Name164" func="var" arg="dir" op="equ" val="norm">
              <dgm:presOf axis="ch desOrSelf" ptType="node node" st="7 1" cnt="1 0"/>
            </dgm:if>
            <dgm:else name="Name165">
              <dgm:presOf axis="ch desOrSelf" ptType="node node" st="1 1" cnt="1 0"/>
            </dgm:else>
          </dgm:choose>
          <dgm:constrLst/>
          <dgm:ruleLst/>
        </dgm:layoutNode>
        <dgm:layoutNode name="dummy7a" moveWith="wedge7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dummy7b" moveWith="wedge7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wedge7Tx" moveWith="wedge7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66">
            <dgm:if name="Name167" func="var" arg="dir" op="equ" val="norm">
              <dgm:presOf axis="ch desOrSelf" ptType="node node" st="7 1" cnt="1 0"/>
            </dgm:if>
            <dgm:else name="Name168">
              <dgm:presOf axis="ch desOrSelf" ptType="node node" st="1 1" cnt="1 0"/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69"/>
    </dgm:choose>
    <dgm:choose name="Name170">
      <dgm:if name="Name171" axis="ch" ptType="node" func="cnt" op="equ" val="1">
        <dgm:forEach name="Name172" axis="ch" ptType="sibTrans" hideLastTrans="0" cnt="1">
          <dgm:layoutNode name="arrowWedge1single" styleLbl="fgSibTrans2D1">
            <dgm:choose name="Name173">
              <dgm:if name="Name174" func="var" arg="dir" op="equ" val="norm">
                <dgm:alg type="conn">
                  <dgm:param type="srcNode" val="dummy1a"/>
                  <dgm:param type="dstNode" val="dummy1b"/>
                  <dgm:param type="begSty" val="arr"/>
                  <dgm:param type="endSty" val="noArr"/>
                  <dgm:param type="connRout" val="longCurve"/>
                  <dgm:param type="begPts" val="tL"/>
                  <dgm:param type="endPts" val="tR"/>
                </dgm:alg>
              </dgm:if>
              <dgm:else name="Name175">
                <dgm:alg type="conn">
                  <dgm:param type="srcNode" val="dummy1a"/>
                  <dgm:param type="dstNode" val="dummy1b"/>
                  <dgm:param type="begSty" val="noArr"/>
                  <dgm:param type="endSty" val="arr"/>
                  <dgm:param type="connRout" val="longCurve"/>
                  <dgm:param type="begPts" val="tL"/>
                  <dgm:param type="endPts" val="tR"/>
                </dgm:alg>
              </dgm:else>
            </dgm:choose>
            <dgm:shape xmlns:r="http://schemas.openxmlformats.org/officeDocument/2006/relationships" type="conn" r:blip="">
              <dgm:adjLst/>
            </dgm:shape>
            <dgm:presOf/>
            <dgm:constrLst>
              <dgm:constr type="w" val="1"/>
              <dgm:constr type="begPad"/>
              <dgm:constr type="endPad"/>
            </dgm:constrLst>
            <dgm:ruleLst/>
          </dgm:layoutNode>
        </dgm:forEach>
      </dgm:if>
      <dgm:if name="Name176" axis="ch" ptType="node" func="cnt" op="gte" val="2">
        <dgm:forEach name="Name177" axis="ch" ptType="sibTrans" hideLastTrans="0" cnt="1">
          <dgm:layoutNode name="arrowWedge1" styleLbl="fgSibTrans2D1">
            <dgm:choose name="Name178">
              <dgm:if name="Name179" func="var" arg="dir" op="equ" val="norm">
                <dgm:alg type="conn">
                  <dgm:param type="srcNode" val="dummy1a"/>
                  <dgm:param type="dstNode" val="dummy1b"/>
                  <dgm:param type="begSty" val="noArr"/>
                  <dgm:param type="endSty" val="arr"/>
                  <dgm:param type="connRout" val="curve"/>
                  <dgm:param type="begPts" val="tL"/>
                  <dgm:param type="endPts" val="tL"/>
                </dgm:alg>
              </dgm:if>
              <dgm:else name="Name180">
                <dgm:alg type="conn">
                  <dgm:param type="srcNode" val="dummy1a"/>
                  <dgm:param type="dstNode" val="dummy1b"/>
                  <dgm:param type="begSty" val="arr"/>
                  <dgm:param type="endSty" val="noArr"/>
                  <dgm:param type="connRout" val="curve"/>
                  <dgm:param type="begPts" val="tL"/>
                  <dgm:param type="endPts" val="tL"/>
                </dgm:alg>
              </dgm:else>
            </dgm:choose>
            <dgm:shape xmlns:r="http://schemas.openxmlformats.org/officeDocument/2006/relationships" type="conn" r:blip="">
              <dgm:adjLst/>
            </dgm:shape>
            <dgm:presOf/>
            <dgm:constrLst>
              <dgm:constr type="w" val="1"/>
              <dgm:constr type="begPad"/>
              <dgm:constr type="endPad"/>
            </dgm:constrLst>
            <dgm:ruleLst/>
          </dgm:layoutNode>
        </dgm:forEach>
      </dgm:if>
      <dgm:else name="Name181"/>
    </dgm:choose>
    <dgm:forEach name="Name182" axis="ch" ptType="sibTrans" hideLastTrans="0" st="2" cnt="1">
      <dgm:layoutNode name="arrowWedge2" styleLbl="fgSibTrans2D1">
        <dgm:choose name="Name183">
          <dgm:if name="Name184" func="var" arg="dir" op="equ" val="norm">
            <dgm:alg type="conn">
              <dgm:param type="srcNode" val="dummy2a"/>
              <dgm:param type="dstNode" val="dummy2b"/>
              <dgm:param type="begSty" val="noArr"/>
              <dgm:param type="endSty" val="arr"/>
              <dgm:param type="connRout" val="curve"/>
              <dgm:param type="begPts" val="tL"/>
              <dgm:param type="endPts" val="tL"/>
            </dgm:alg>
          </dgm:if>
          <dgm:else name="Name185">
            <dgm:alg type="conn">
              <dgm:param type="srcNode" val="dummy2a"/>
              <dgm:param type="dstNode" val="dummy2b"/>
              <dgm:param type="begSty" val="arr"/>
              <dgm:param type="endSty" val="noArr"/>
              <dgm:param type="connRout" val="curve"/>
              <dgm:param type="begPts" val="tL"/>
              <dgm:param type="endPts" val="tL"/>
            </dgm:alg>
          </dgm:else>
        </dgm:choose>
        <dgm:shape xmlns:r="http://schemas.openxmlformats.org/officeDocument/2006/relationships" type="conn" r:blip="">
          <dgm:adjLst/>
        </dgm:shape>
        <dgm:presOf/>
        <dgm:constrLst>
          <dgm:constr type="w" val="1"/>
          <dgm:constr type="begPad"/>
          <dgm:constr type="endPad"/>
        </dgm:constrLst>
        <dgm:ruleLst/>
      </dgm:layoutNode>
    </dgm:forEach>
    <dgm:forEach name="Name186" axis="ch" ptType="sibTrans" hideLastTrans="0" st="3" cnt="1">
      <dgm:layoutNode name="arrowWedge3" styleLbl="fgSibTrans2D1">
        <dgm:choose name="Name187">
          <dgm:if name="Name188" func="var" arg="dir" op="equ" val="norm">
            <dgm:alg type="conn">
              <dgm:param type="srcNode" val="dummy3a"/>
              <dgm:param type="dstNode" val="dummy3b"/>
              <dgm:param type="begSty" val="noArr"/>
              <dgm:param type="endSty" val="arr"/>
              <dgm:param type="connRout" val="curve"/>
              <dgm:param type="begPts" val="tL"/>
              <dgm:param type="endPts" val="tL"/>
            </dgm:alg>
          </dgm:if>
          <dgm:else name="Name189">
            <dgm:alg type="conn">
              <dgm:param type="srcNode" val="dummy3a"/>
              <dgm:param type="dstNode" val="dummy3b"/>
              <dgm:param type="begSty" val="arr"/>
              <dgm:param type="endSty" val="noArr"/>
              <dgm:param type="connRout" val="curve"/>
              <dgm:param type="begPts" val="tL"/>
              <dgm:param type="endPts" val="tL"/>
            </dgm:alg>
          </dgm:else>
        </dgm:choose>
        <dgm:shape xmlns:r="http://schemas.openxmlformats.org/officeDocument/2006/relationships" type="conn" r:blip="">
          <dgm:adjLst/>
        </dgm:shape>
        <dgm:presOf/>
        <dgm:constrLst>
          <dgm:constr type="w" val="1"/>
          <dgm:constr type="begPad"/>
          <dgm:constr type="endPad"/>
        </dgm:constrLst>
        <dgm:ruleLst/>
      </dgm:layoutNode>
    </dgm:forEach>
    <dgm:forEach name="Name190" axis="ch" ptType="sibTrans" hideLastTrans="0" st="4" cnt="1">
      <dgm:layoutNode name="arrowWedge4" styleLbl="fgSibTrans2D1">
        <dgm:choose name="Name191">
          <dgm:if name="Name192" func="var" arg="dir" op="equ" val="norm">
            <dgm:alg type="conn">
              <dgm:param type="srcNode" val="dummy4a"/>
              <dgm:param type="dstNode" val="dummy4b"/>
              <dgm:param type="begSty" val="noArr"/>
              <dgm:param type="endSty" val="arr"/>
              <dgm:param type="connRout" val="curve"/>
              <dgm:param type="begPts" val="tL"/>
              <dgm:param type="endPts" val="tL"/>
            </dgm:alg>
          </dgm:if>
          <dgm:else name="Name193">
            <dgm:alg type="conn">
              <dgm:param type="srcNode" val="dummy4a"/>
              <dgm:param type="dstNode" val="dummy4b"/>
              <dgm:param type="begSty" val="arr"/>
              <dgm:param type="endSty" val="noArr"/>
              <dgm:param type="connRout" val="curve"/>
              <dgm:param type="begPts" val="tL"/>
              <dgm:param type="endPts" val="tL"/>
            </dgm:alg>
          </dgm:else>
        </dgm:choose>
        <dgm:shape xmlns:r="http://schemas.openxmlformats.org/officeDocument/2006/relationships" type="conn" r:blip="">
          <dgm:adjLst/>
        </dgm:shape>
        <dgm:presOf/>
        <dgm:constrLst>
          <dgm:constr type="w" val="1"/>
          <dgm:constr type="begPad"/>
          <dgm:constr type="endPad"/>
        </dgm:constrLst>
        <dgm:ruleLst/>
      </dgm:layoutNode>
    </dgm:forEach>
    <dgm:forEach name="Name194" axis="ch" ptType="sibTrans" hideLastTrans="0" st="5" cnt="1">
      <dgm:layoutNode name="arrowWedge5" styleLbl="fgSibTrans2D1">
        <dgm:choose name="Name195">
          <dgm:if name="Name196" func="var" arg="dir" op="equ" val="norm">
            <dgm:alg type="conn">
              <dgm:param type="srcNode" val="dummy5a"/>
              <dgm:param type="dstNode" val="dummy5b"/>
              <dgm:param type="begSty" val="noArr"/>
              <dgm:param type="endSty" val="arr"/>
              <dgm:param type="connRout" val="curve"/>
              <dgm:param type="begPts" val="tL"/>
              <dgm:param type="endPts" val="tL"/>
            </dgm:alg>
          </dgm:if>
          <dgm:else name="Name197">
            <dgm:alg type="conn">
              <dgm:param type="srcNode" val="dummy5a"/>
              <dgm:param type="dstNode" val="dummy5b"/>
              <dgm:param type="begSty" val="arr"/>
              <dgm:param type="endSty" val="noArr"/>
              <dgm:param type="connRout" val="curve"/>
              <dgm:param type="begPts" val="tL"/>
              <dgm:param type="endPts" val="tL"/>
            </dgm:alg>
          </dgm:else>
        </dgm:choose>
        <dgm:shape xmlns:r="http://schemas.openxmlformats.org/officeDocument/2006/relationships" type="conn" r:blip="">
          <dgm:adjLst/>
        </dgm:shape>
        <dgm:presOf/>
        <dgm:constrLst>
          <dgm:constr type="w" val="1"/>
          <dgm:constr type="begPad"/>
          <dgm:constr type="endPad"/>
        </dgm:constrLst>
        <dgm:ruleLst/>
      </dgm:layoutNode>
    </dgm:forEach>
    <dgm:forEach name="Name198" axis="ch" ptType="sibTrans" hideLastTrans="0" st="6" cnt="1">
      <dgm:layoutNode name="arrowWedge6" styleLbl="fgSibTrans2D1">
        <dgm:choose name="Name199">
          <dgm:if name="Name200" func="var" arg="dir" op="equ" val="norm">
            <dgm:alg type="conn">
              <dgm:param type="srcNode" val="dummy6a"/>
              <dgm:param type="dstNode" val="dummy6b"/>
              <dgm:param type="begSty" val="noArr"/>
              <dgm:param type="endSty" val="arr"/>
              <dgm:param type="connRout" val="curve"/>
              <dgm:param type="begPts" val="tL"/>
              <dgm:param type="endPts" val="tL"/>
            </dgm:alg>
          </dgm:if>
          <dgm:else name="Name201">
            <dgm:alg type="conn">
              <dgm:param type="srcNode" val="dummy6a"/>
              <dgm:param type="dstNode" val="dummy6b"/>
              <dgm:param type="begSty" val="arr"/>
              <dgm:param type="endSty" val="noArr"/>
              <dgm:param type="connRout" val="curve"/>
              <dgm:param type="begPts" val="tL"/>
              <dgm:param type="endPts" val="tL"/>
            </dgm:alg>
          </dgm:else>
        </dgm:choose>
        <dgm:shape xmlns:r="http://schemas.openxmlformats.org/officeDocument/2006/relationships" type="conn" r:blip="">
          <dgm:adjLst/>
        </dgm:shape>
        <dgm:presOf/>
        <dgm:constrLst>
          <dgm:constr type="w" val="1"/>
          <dgm:constr type="begPad"/>
          <dgm:constr type="endPad"/>
        </dgm:constrLst>
        <dgm:ruleLst/>
      </dgm:layoutNode>
    </dgm:forEach>
    <dgm:forEach name="Name202" axis="ch" ptType="sibTrans" hideLastTrans="0" st="7" cnt="1">
      <dgm:layoutNode name="arrowWedge7" styleLbl="fgSibTrans2D1">
        <dgm:choose name="Name203">
          <dgm:if name="Name204" func="var" arg="dir" op="equ" val="norm">
            <dgm:alg type="conn">
              <dgm:param type="srcNode" val="dummy7a"/>
              <dgm:param type="dstNode" val="dummy7b"/>
              <dgm:param type="begSty" val="noArr"/>
              <dgm:param type="endSty" val="arr"/>
              <dgm:param type="connRout" val="curve"/>
              <dgm:param type="begPts" val="tL"/>
              <dgm:param type="endPts" val="tL"/>
            </dgm:alg>
          </dgm:if>
          <dgm:else name="Name205">
            <dgm:alg type="conn">
              <dgm:param type="srcNode" val="dummy7a"/>
              <dgm:param type="dstNode" val="dummy7b"/>
              <dgm:param type="begSty" val="arr"/>
              <dgm:param type="endSty" val="noArr"/>
              <dgm:param type="connRout" val="curve"/>
              <dgm:param type="begPts" val="tL"/>
              <dgm:param type="endPts" val="tL"/>
            </dgm:alg>
          </dgm:else>
        </dgm:choose>
        <dgm:shape xmlns:r="http://schemas.openxmlformats.org/officeDocument/2006/relationships" type="conn" r:blip="">
          <dgm:adjLst/>
        </dgm:shape>
        <dgm:presOf/>
        <dgm:constrLst>
          <dgm:constr type="w" val="1"/>
          <dgm:constr type="begPad"/>
          <dgm:constr type="endPad"/>
        </dgm:constrLst>
        <dgm:ruleLst/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alignAcc1">
    <dgm:scene3d>
      <a:camera prst="orthographicFront"/>
      <a:lightRig rig="threePt" dir="t"/>
    </dgm:scene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Node1">
    <dgm:scene3d>
      <a:camera prst="orthographicFront"/>
      <a:lightRig rig="threePt" dir="t"/>
    </dgm:scene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Acc1">
    <dgm:scene3d>
      <a:camera prst="orthographicFront"/>
      <a:lightRig rig="threePt" dir="t"/>
    </dgm:scene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SibTrans2D1">
    <dgm:scene3d>
      <a:camera prst="orthographicFront"/>
      <a:lightRig rig="threePt" dir="t"/>
    </dgm:scene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callout">
    <dgm:scene3d>
      <a:camera prst="orthographicFront"/>
      <a:lightRig rig="threePt" dir="t"/>
    </dgm:scene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ImgPlace1">
    <dgm:scene3d>
      <a:camera prst="orthographicFront"/>
      <a:lightRig rig="threePt" dir="t"/>
    </dgm:scene3d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fgSibTrans2D1">
    <dgm:scene3d>
      <a:camera prst="orthographicFront"/>
      <a:lightRig rig="threePt" dir="t"/>
    </dgm:scene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2D1">
    <dgm:scene3d>
      <a:camera prst="orthographicFront"/>
      <a:lightRig rig="threePt" dir="t"/>
    </dgm:scene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revTx">
    <dgm:scene3d>
      <a:camera prst="orthographicFront"/>
      <a:lightRig rig="threePt" dir="t"/>
    </dgm:scene3d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/>
      <a:lightRig rig="threePt" dir="t"/>
    </dgm:scene3d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olidAlignAcc1">
    <dgm:scene3d>
      <a:camera prst="orthographicFront"/>
      <a:lightRig rig="threePt" dir="t"/>
    </dgm:scene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alignAcc1">
    <dgm:scene3d>
      <a:camera prst="orthographicFront"/>
      <a:lightRig rig="threePt" dir="t"/>
    </dgm:scene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Node1">
    <dgm:scene3d>
      <a:camera prst="orthographicFront"/>
      <a:lightRig rig="threePt" dir="t"/>
    </dgm:scene3d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0">
    <dgm:scene3d>
      <a:camera prst="orthographicFront"/>
      <a:lightRig rig="threePt" dir="t"/>
    </dgm:scene3d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threePt" dir="t"/>
    </dgm:scene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ibTrans2D1">
    <dgm:scene3d>
      <a:camera prst="orthographicFront"/>
      <a:lightRig rig="threePt" dir="t"/>
    </dgm:scene3d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callout">
    <dgm:scene3d>
      <a:camera prst="orthographicFront"/>
      <a:lightRig rig="threePt" dir="t"/>
    </dgm:scene3d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ImgPlace1">
    <dgm:scene3d>
      <a:camera prst="orthographicFront"/>
      <a:lightRig rig="threePt" dir="t"/>
    </dgm:scene3d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fgSibTrans2D1">
    <dgm:scene3d>
      <a:camera prst="orthographicFront"/>
      <a:lightRig rig="threePt" dir="t"/>
    </dgm:scene3d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0">
    <dgm:scene3d>
      <a:camera prst="orthographicFront"/>
      <a:lightRig rig="threePt" dir="t"/>
    </dgm:scene3d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2D1">
    <dgm:scene3d>
      <a:camera prst="orthographicFront"/>
      <a:lightRig rig="threePt" dir="t"/>
    </dgm:scene3d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/>
      <a:lightRig rig="threePt" dir="t"/>
    </dgm:scene3d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olidAlignAcc1">
    <dgm:scene3d>
      <a:camera prst="orthographicFront"/>
      <a:lightRig rig="threePt" dir="t"/>
    </dgm:scene3d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vennNode1">
    <dgm:scene3d>
      <a:camera prst="orthographicFront"/>
      <a:lightRig rig="threePt" dir="t"/>
    </dgm:scene3d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  <p:pic>
        <p:nvPicPr>
          <p:cNvPr id="7" name="图片 6" descr="年会主题背景图-无文案-0304-1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35" y="0"/>
            <a:ext cx="12190730" cy="6858000"/>
          </a:xfrm>
          <a:prstGeom prst="rect">
            <a:avLst/>
          </a:prstGeom>
        </p:spPr>
      </p:pic>
      <p:pic>
        <p:nvPicPr>
          <p:cNvPr id="8" name="图片 7" descr="E:/超级视觉/企业文化/LOGO/LOGO/2_LOGO文字左右排列/白字(常规使用)/超级视觉 - 白字.png超级视觉 - 白字"/>
          <p:cNvPicPr>
            <a:picLocks noChangeAspect="1"/>
          </p:cNvPicPr>
          <p:nvPr userDrawn="1"/>
        </p:nvPicPr>
        <p:blipFill>
          <a:blip r:embed="rId3"/>
          <a:srcRect l="73" r="73"/>
          <a:stretch>
            <a:fillRect/>
          </a:stretch>
        </p:blipFill>
        <p:spPr>
          <a:xfrm>
            <a:off x="182880" y="245745"/>
            <a:ext cx="2193290" cy="432435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4" Type="http://schemas.openxmlformats.org/officeDocument/2006/relationships/theme" Target="../theme/theme1.xml"/><Relationship Id="rId13" Type="http://schemas.openxmlformats.org/officeDocument/2006/relationships/image" Target="../media/image2.png"/><Relationship Id="rId12" Type="http://schemas.openxmlformats.org/officeDocument/2006/relationships/image" Target="../media/image1.jpeg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  <p:pic>
        <p:nvPicPr>
          <p:cNvPr id="7" name="图片 6" descr="年会主题背景图-无文案-0304-1"/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635" y="0"/>
            <a:ext cx="12190730" cy="6858000"/>
          </a:xfrm>
          <a:prstGeom prst="rect">
            <a:avLst/>
          </a:prstGeom>
        </p:spPr>
      </p:pic>
      <p:pic>
        <p:nvPicPr>
          <p:cNvPr id="8" name="图片 7" descr="E:/超级视觉/企业文化/LOGO/LOGO/2_LOGO文字左右排列/白字(常规使用)/超级视觉 - 白字.png超级视觉 - 白字"/>
          <p:cNvPicPr>
            <a:picLocks noChangeAspect="1"/>
          </p:cNvPicPr>
          <p:nvPr userDrawn="1"/>
        </p:nvPicPr>
        <p:blipFill>
          <a:blip r:embed="rId13"/>
          <a:srcRect l="73" r="73"/>
          <a:stretch>
            <a:fillRect/>
          </a:stretch>
        </p:blipFill>
        <p:spPr>
          <a:xfrm>
            <a:off x="182880" y="245745"/>
            <a:ext cx="2193290" cy="432435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spcAft>
          <a:spcPts val="0"/>
        </a:spcAft>
        <a:buFont typeface="Arial" panose="020B0604020202020204" pitchFamily="34" charset="0"/>
        <a:buChar char="•"/>
        <a:defRPr sz="2800" b="0" i="0" u="none" kern="1200">
          <a:solidFill>
            <a:srgbClr val="FFFFFF"/>
          </a:solidFill>
          <a:latin typeface="微软雅黑" panose="020B0503020204020204" charset="-122"/>
          <a:ea typeface="微软雅黑" panose="020B0503020204020204" charset="-122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1.xml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tags" Target="../tags/tag7.xml"/><Relationship Id="rId8" Type="http://schemas.openxmlformats.org/officeDocument/2006/relationships/tags" Target="../tags/tag6.xml"/><Relationship Id="rId7" Type="http://schemas.openxmlformats.org/officeDocument/2006/relationships/tags" Target="../tags/tag5.xml"/><Relationship Id="rId6" Type="http://schemas.openxmlformats.org/officeDocument/2006/relationships/tags" Target="../tags/tag4.xml"/><Relationship Id="rId5" Type="http://schemas.openxmlformats.org/officeDocument/2006/relationships/tags" Target="../tags/tag3.xml"/><Relationship Id="rId4" Type="http://schemas.openxmlformats.org/officeDocument/2006/relationships/image" Target="../media/image5.jpeg"/><Relationship Id="rId3" Type="http://schemas.openxmlformats.org/officeDocument/2006/relationships/tags" Target="../tags/tag2.xml"/><Relationship Id="rId2" Type="http://schemas.microsoft.com/office/2007/relationships/hdphoto" Target="../media/image4.wdp"/><Relationship Id="rId10" Type="http://schemas.openxmlformats.org/officeDocument/2006/relationships/slideLayout" Target="../slideLayouts/slideLayout2.xml"/><Relationship Id="rId1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9" Type="http://schemas.openxmlformats.org/officeDocument/2006/relationships/tags" Target="../tags/tag15.xml"/><Relationship Id="rId8" Type="http://schemas.openxmlformats.org/officeDocument/2006/relationships/tags" Target="../tags/tag14.xml"/><Relationship Id="rId7" Type="http://schemas.openxmlformats.org/officeDocument/2006/relationships/tags" Target="../tags/tag13.xml"/><Relationship Id="rId6" Type="http://schemas.openxmlformats.org/officeDocument/2006/relationships/tags" Target="../tags/tag12.xml"/><Relationship Id="rId5" Type="http://schemas.openxmlformats.org/officeDocument/2006/relationships/image" Target="../media/image6.png"/><Relationship Id="rId4" Type="http://schemas.openxmlformats.org/officeDocument/2006/relationships/tags" Target="../tags/tag11.xml"/><Relationship Id="rId3" Type="http://schemas.openxmlformats.org/officeDocument/2006/relationships/tags" Target="../tags/tag10.xml"/><Relationship Id="rId2" Type="http://schemas.openxmlformats.org/officeDocument/2006/relationships/tags" Target="../tags/tag9.xml"/><Relationship Id="rId10" Type="http://schemas.openxmlformats.org/officeDocument/2006/relationships/slideLayout" Target="../slideLayouts/slideLayout2.xml"/><Relationship Id="rId1" Type="http://schemas.openxmlformats.org/officeDocument/2006/relationships/tags" Target="../tags/tag8.xml"/></Relationships>
</file>

<file path=ppt/slides/_rels/slide5.xml.rels><?xml version="1.0" encoding="UTF-8" standalone="yes"?>
<Relationships xmlns="http://schemas.openxmlformats.org/package/2006/relationships"><Relationship Id="rId9" Type="http://schemas.openxmlformats.org/officeDocument/2006/relationships/tags" Target="../tags/tag24.xml"/><Relationship Id="rId8" Type="http://schemas.openxmlformats.org/officeDocument/2006/relationships/tags" Target="../tags/tag23.xml"/><Relationship Id="rId7" Type="http://schemas.openxmlformats.org/officeDocument/2006/relationships/tags" Target="../tags/tag22.xml"/><Relationship Id="rId6" Type="http://schemas.openxmlformats.org/officeDocument/2006/relationships/tags" Target="../tags/tag21.xml"/><Relationship Id="rId5" Type="http://schemas.openxmlformats.org/officeDocument/2006/relationships/tags" Target="../tags/tag20.xml"/><Relationship Id="rId4" Type="http://schemas.openxmlformats.org/officeDocument/2006/relationships/tags" Target="../tags/tag19.xml"/><Relationship Id="rId3" Type="http://schemas.openxmlformats.org/officeDocument/2006/relationships/tags" Target="../tags/tag18.xml"/><Relationship Id="rId2" Type="http://schemas.openxmlformats.org/officeDocument/2006/relationships/tags" Target="../tags/tag17.xml"/><Relationship Id="rId13" Type="http://schemas.openxmlformats.org/officeDocument/2006/relationships/slideLayout" Target="../slideLayouts/slideLayout2.xml"/><Relationship Id="rId12" Type="http://schemas.openxmlformats.org/officeDocument/2006/relationships/tags" Target="../tags/tag27.xml"/><Relationship Id="rId11" Type="http://schemas.openxmlformats.org/officeDocument/2006/relationships/tags" Target="../tags/tag26.xml"/><Relationship Id="rId10" Type="http://schemas.openxmlformats.org/officeDocument/2006/relationships/tags" Target="../tags/tag25.xml"/><Relationship Id="rId1" Type="http://schemas.openxmlformats.org/officeDocument/2006/relationships/tags" Target="../tags/tag1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8.xml"/></Relationships>
</file>

<file path=ppt/slides/_rels/slide8.xml.rels><?xml version="1.0" encoding="UTF-8" standalone="yes"?>
<Relationships xmlns="http://schemas.openxmlformats.org/package/2006/relationships"><Relationship Id="rId9" Type="http://schemas.openxmlformats.org/officeDocument/2006/relationships/diagramColors" Target="../diagrams/colors2.xml"/><Relationship Id="rId8" Type="http://schemas.openxmlformats.org/officeDocument/2006/relationships/diagramQuickStyle" Target="../diagrams/quickStyle2.xml"/><Relationship Id="rId7" Type="http://schemas.openxmlformats.org/officeDocument/2006/relationships/diagramLayout" Target="../diagrams/layout2.xml"/><Relationship Id="rId6" Type="http://schemas.openxmlformats.org/officeDocument/2006/relationships/diagramData" Target="../diagrams/data2.xml"/><Relationship Id="rId5" Type="http://schemas.microsoft.com/office/2007/relationships/diagramDrawing" Target="../diagrams/drawing1.xml"/><Relationship Id="rId4" Type="http://schemas.openxmlformats.org/officeDocument/2006/relationships/diagramColors" Target="../diagrams/colors1.xml"/><Relationship Id="rId3" Type="http://schemas.openxmlformats.org/officeDocument/2006/relationships/diagramQuickStyle" Target="../diagrams/quickStyle1.xml"/><Relationship Id="rId2" Type="http://schemas.openxmlformats.org/officeDocument/2006/relationships/diagramLayout" Target="../diagrams/layout1.xml"/><Relationship Id="rId11" Type="http://schemas.openxmlformats.org/officeDocument/2006/relationships/slideLayout" Target="../slideLayouts/slideLayout2.xml"/><Relationship Id="rId10" Type="http://schemas.microsoft.com/office/2007/relationships/diagramDrawing" Target="../diagrams/drawing2.xml"/><Relationship Id="rId1" Type="http://schemas.openxmlformats.org/officeDocument/2006/relationships/diagramData" Target="../diagrams/data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2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aphicFrame>
        <p:nvGraphicFramePr>
          <p:cNvPr id="5" name="表格 4"/>
          <p:cNvGraphicFramePr>
            <a:graphicFrameLocks noGrp="1"/>
          </p:cNvGraphicFramePr>
          <p:nvPr>
            <p:custDataLst>
              <p:tags r:id="rId1"/>
            </p:custDataLst>
          </p:nvPr>
        </p:nvGraphicFramePr>
        <p:xfrm>
          <a:off x="1273175" y="1492250"/>
          <a:ext cx="9645015" cy="5160645"/>
        </p:xfrm>
        <a:graphic>
          <a:graphicData uri="http://schemas.openxmlformats.org/drawingml/2006/table">
            <a:tbl>
              <a:tblPr firstRow="1">
                <a:tableStyleId>{267682A7-75CB-4E36-A6A3-75C9E163D1E6}</a:tableStyleId>
              </a:tblPr>
              <a:tblGrid>
                <a:gridCol w="1265555"/>
                <a:gridCol w="8379460"/>
              </a:tblGrid>
              <a:tr h="940435"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buFont typeface="Arial" panose="020B0604020202020204" pitchFamily="34" charset="0"/>
                        <a:defRPr kumimoji="1" sz="2800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1pPr>
                      <a:lvl2pPr marL="742950" indent="-285750">
                        <a:spcBef>
                          <a:spcPct val="20000"/>
                        </a:spcBef>
                        <a:buFont typeface="Arial" panose="020B0604020202020204" pitchFamily="34" charset="0"/>
                        <a:defRPr kumimoji="1" sz="2400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2pPr>
                      <a:lvl3pPr marL="1143000" indent="-228600">
                        <a:spcBef>
                          <a:spcPct val="20000"/>
                        </a:spcBef>
                        <a:buFont typeface="Arial" panose="020B0604020202020204" pitchFamily="34" charset="0"/>
                        <a:defRPr kumimoji="1" sz="2000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3pPr>
                      <a:lvl4pPr marL="1600200" indent="-228600">
                        <a:spcBef>
                          <a:spcPct val="20000"/>
                        </a:spcBef>
                        <a:buFont typeface="Arial" panose="020B0604020202020204" pitchFamily="34" charset="0"/>
                        <a:defRPr kumimoji="1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4pPr>
                      <a:lvl5pPr marL="2057400" indent="-228600">
                        <a:spcBef>
                          <a:spcPct val="20000"/>
                        </a:spcBef>
                        <a:buFont typeface="Arial" panose="020B0604020202020204" pitchFamily="34" charset="0"/>
                        <a:defRPr kumimoji="1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kumimoji="1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kumimoji="1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kumimoji="1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kumimoji="1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zh-CN" altLang="en-US" sz="1800" u="none" strike="noStrike" cap="none" normalizeH="0" baseline="0" dirty="0" smtClean="0">
                          <a:ln>
                            <a:noFill/>
                          </a:ln>
                          <a:effectLst/>
                        </a:rPr>
                        <a:t>评定</a:t>
                      </a:r>
                      <a:endParaRPr kumimoji="0" lang="zh-CN" altLang="en-US" sz="1800" u="none" strike="noStrike" cap="none" normalizeH="0" baseline="0" dirty="0" smtClean="0">
                        <a:ln>
                          <a:noFill/>
                        </a:ln>
                        <a:effectLst/>
                      </a:endParaRPr>
                    </a:p>
                  </a:txBody>
                  <a:tcPr marL="91447" marR="91447" marT="45721" marB="45721" anchor="ctr" horzOverflow="overflow"/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buFont typeface="Arial" panose="020B0604020202020204" pitchFamily="34" charset="0"/>
                        <a:defRPr kumimoji="1" sz="2800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1pPr>
                      <a:lvl2pPr marL="742950" indent="-285750">
                        <a:spcBef>
                          <a:spcPct val="20000"/>
                        </a:spcBef>
                        <a:buFont typeface="Arial" panose="020B0604020202020204" pitchFamily="34" charset="0"/>
                        <a:defRPr kumimoji="1" sz="2400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2pPr>
                      <a:lvl3pPr marL="1143000" indent="-228600">
                        <a:spcBef>
                          <a:spcPct val="20000"/>
                        </a:spcBef>
                        <a:buFont typeface="Arial" panose="020B0604020202020204" pitchFamily="34" charset="0"/>
                        <a:defRPr kumimoji="1" sz="2000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3pPr>
                      <a:lvl4pPr marL="1600200" indent="-228600">
                        <a:spcBef>
                          <a:spcPct val="20000"/>
                        </a:spcBef>
                        <a:buFont typeface="Arial" panose="020B0604020202020204" pitchFamily="34" charset="0"/>
                        <a:defRPr kumimoji="1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4pPr>
                      <a:lvl5pPr marL="2057400" indent="-228600">
                        <a:spcBef>
                          <a:spcPct val="20000"/>
                        </a:spcBef>
                        <a:buFont typeface="Arial" panose="020B0604020202020204" pitchFamily="34" charset="0"/>
                        <a:defRPr kumimoji="1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kumimoji="1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kumimoji="1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kumimoji="1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kumimoji="1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zh-CN" altLang="en-US" sz="1800" u="none" strike="noStrike" cap="none" normalizeH="0" baseline="0" dirty="0" smtClean="0">
                          <a:ln>
                            <a:noFill/>
                          </a:ln>
                          <a:effectLst/>
                        </a:rPr>
                        <a:t>人才评定会聚焦潜力（</a:t>
                      </a:r>
                      <a:r>
                        <a:rPr kumimoji="0" lang="en-US" altLang="zh-CN" sz="1800" u="none" strike="noStrike" cap="none" normalizeH="0" baseline="0" dirty="0" smtClean="0">
                          <a:ln>
                            <a:noFill/>
                          </a:ln>
                          <a:effectLst/>
                        </a:rPr>
                        <a:t>5</a:t>
                      </a:r>
                      <a:r>
                        <a:rPr kumimoji="0" lang="zh-CN" altLang="en-US" sz="1800" u="none" strike="noStrike" cap="none" normalizeH="0" baseline="0" dirty="0" smtClean="0">
                          <a:ln>
                            <a:noFill/>
                          </a:ln>
                          <a:effectLst/>
                        </a:rPr>
                        <a:t>大能力）评估</a:t>
                      </a:r>
                      <a:endParaRPr kumimoji="0" lang="zh-CN" altLang="en-US" sz="1800" u="none" strike="noStrike" cap="none" normalizeH="0" baseline="0" dirty="0" smtClean="0">
                        <a:ln>
                          <a:noFill/>
                        </a:ln>
                        <a:effectLst/>
                      </a:endParaRP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zh-CN" altLang="en-US" sz="1800" u="none" strike="noStrike" cap="none" normalizeH="0" baseline="0" dirty="0" smtClean="0">
                          <a:ln>
                            <a:noFill/>
                          </a:ln>
                          <a:effectLst/>
                        </a:rPr>
                        <a:t>请先理解</a:t>
                      </a:r>
                      <a:r>
                        <a:rPr kumimoji="0" lang="en-US" altLang="zh-CN" sz="1800" u="none" strike="noStrike" cap="none" normalizeH="0" baseline="0" dirty="0" smtClean="0">
                          <a:ln>
                            <a:noFill/>
                          </a:ln>
                          <a:effectLst/>
                        </a:rPr>
                        <a:t>《5</a:t>
                      </a:r>
                      <a:r>
                        <a:rPr kumimoji="0" lang="zh-CN" altLang="en-US" sz="1800" u="none" strike="noStrike" cap="none" normalizeH="0" baseline="0" dirty="0" smtClean="0">
                          <a:ln>
                            <a:noFill/>
                          </a:ln>
                          <a:effectLst/>
                        </a:rPr>
                        <a:t>大能力及潜力行为定义和描述</a:t>
                      </a:r>
                      <a:r>
                        <a:rPr kumimoji="0" lang="en-US" altLang="zh-CN" sz="1800" u="none" strike="noStrike" cap="none" normalizeH="0" baseline="0" dirty="0" smtClean="0">
                          <a:ln>
                            <a:noFill/>
                          </a:ln>
                          <a:effectLst/>
                        </a:rPr>
                        <a:t>》</a:t>
                      </a:r>
                      <a:endParaRPr kumimoji="0" lang="en-US" altLang="zh-CN" sz="1800" u="none" strike="noStrike" cap="none" normalizeH="0" baseline="0" dirty="0" smtClean="0">
                        <a:ln>
                          <a:noFill/>
                        </a:ln>
                        <a:effectLst/>
                      </a:endParaRPr>
                    </a:p>
                  </a:txBody>
                  <a:tcPr marL="91447" marR="91447" marT="45721" marB="45721" anchor="ctr" horzOverflow="overflow"/>
                </a:tc>
              </a:tr>
              <a:tr h="516890"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buFont typeface="Arial" panose="020B0604020202020204" pitchFamily="34" charset="0"/>
                        <a:defRPr kumimoji="1" sz="2800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1pPr>
                      <a:lvl2pPr marL="742950" indent="-285750">
                        <a:spcBef>
                          <a:spcPct val="20000"/>
                        </a:spcBef>
                        <a:buFont typeface="Arial" panose="020B0604020202020204" pitchFamily="34" charset="0"/>
                        <a:defRPr kumimoji="1" sz="2400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2pPr>
                      <a:lvl3pPr marL="1143000" indent="-228600">
                        <a:spcBef>
                          <a:spcPct val="20000"/>
                        </a:spcBef>
                        <a:buFont typeface="Arial" panose="020B0604020202020204" pitchFamily="34" charset="0"/>
                        <a:defRPr kumimoji="1" sz="2000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3pPr>
                      <a:lvl4pPr marL="1600200" indent="-228600">
                        <a:spcBef>
                          <a:spcPct val="20000"/>
                        </a:spcBef>
                        <a:buFont typeface="Arial" panose="020B0604020202020204" pitchFamily="34" charset="0"/>
                        <a:defRPr kumimoji="1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4pPr>
                      <a:lvl5pPr marL="2057400" indent="-228600">
                        <a:spcBef>
                          <a:spcPct val="20000"/>
                        </a:spcBef>
                        <a:buFont typeface="Arial" panose="020B0604020202020204" pitchFamily="34" charset="0"/>
                        <a:defRPr kumimoji="1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kumimoji="1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kumimoji="1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kumimoji="1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kumimoji="1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zh-CN" altLang="en-US" sz="1800" u="none" strike="noStrike" cap="none" normalizeH="0" baseline="0" dirty="0" smtClean="0">
                          <a:ln>
                            <a:noFill/>
                          </a:ln>
                          <a:effectLst/>
                        </a:rPr>
                        <a:t>时间</a:t>
                      </a:r>
                      <a:endParaRPr kumimoji="0" lang="zh-CN" altLang="en-US" sz="1800" u="none" strike="noStrike" cap="none" normalizeH="0" baseline="0" dirty="0" smtClean="0">
                        <a:ln>
                          <a:noFill/>
                        </a:ln>
                        <a:effectLst/>
                      </a:endParaRPr>
                    </a:p>
                  </a:txBody>
                  <a:tcPr marL="91447" marR="91447" marT="45721" marB="45721" anchor="ctr" horzOverflow="overflow"/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buFont typeface="Arial" panose="020B0604020202020204" pitchFamily="34" charset="0"/>
                        <a:defRPr kumimoji="1" sz="2800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1pPr>
                      <a:lvl2pPr marL="742950" indent="-285750">
                        <a:spcBef>
                          <a:spcPct val="20000"/>
                        </a:spcBef>
                        <a:buFont typeface="Arial" panose="020B0604020202020204" pitchFamily="34" charset="0"/>
                        <a:defRPr kumimoji="1" sz="2400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2pPr>
                      <a:lvl3pPr marL="1143000" indent="-228600">
                        <a:spcBef>
                          <a:spcPct val="20000"/>
                        </a:spcBef>
                        <a:buFont typeface="Arial" panose="020B0604020202020204" pitchFamily="34" charset="0"/>
                        <a:defRPr kumimoji="1" sz="2000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3pPr>
                      <a:lvl4pPr marL="1600200" indent="-228600">
                        <a:spcBef>
                          <a:spcPct val="20000"/>
                        </a:spcBef>
                        <a:buFont typeface="Arial" panose="020B0604020202020204" pitchFamily="34" charset="0"/>
                        <a:defRPr kumimoji="1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4pPr>
                      <a:lvl5pPr marL="2057400" indent="-228600">
                        <a:spcBef>
                          <a:spcPct val="20000"/>
                        </a:spcBef>
                        <a:buFont typeface="Arial" panose="020B0604020202020204" pitchFamily="34" charset="0"/>
                        <a:defRPr kumimoji="1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kumimoji="1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kumimoji="1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kumimoji="1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kumimoji="1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zh-CN" altLang="en-US" sz="1800" u="none" strike="noStrike" cap="none" normalizeH="0" baseline="0" dirty="0" smtClean="0">
                          <a:ln>
                            <a:noFill/>
                          </a:ln>
                          <a:effectLst/>
                        </a:rPr>
                        <a:t>述职总时间</a:t>
                      </a:r>
                      <a:r>
                        <a:rPr kumimoji="0" lang="en-US" altLang="zh-CN" sz="1800" u="none" strike="noStrike" cap="none" normalizeH="0" baseline="0" dirty="0" smtClean="0">
                          <a:ln>
                            <a:noFill/>
                          </a:ln>
                          <a:effectLst/>
                        </a:rPr>
                        <a:t>25</a:t>
                      </a:r>
                      <a:r>
                        <a:rPr kumimoji="0" lang="zh-CN" altLang="en-US" sz="1800" u="none" strike="noStrike" cap="none" normalizeH="0" baseline="0" dirty="0" smtClean="0">
                          <a:ln>
                            <a:noFill/>
                          </a:ln>
                          <a:effectLst/>
                        </a:rPr>
                        <a:t>分钟：建议个人综述</a:t>
                      </a:r>
                      <a:r>
                        <a:rPr kumimoji="0" lang="en-US" altLang="zh-CN" sz="1800" u="none" strike="noStrike" cap="none" normalizeH="0" baseline="0" dirty="0" smtClean="0">
                          <a:ln>
                            <a:noFill/>
                          </a:ln>
                          <a:effectLst/>
                        </a:rPr>
                        <a:t>+</a:t>
                      </a:r>
                      <a:r>
                        <a:rPr kumimoji="0" lang="zh-CN" altLang="en-US" sz="1800" u="none" strike="noStrike" cap="none" normalizeH="0" baseline="0" dirty="0" smtClean="0">
                          <a:ln>
                            <a:noFill/>
                          </a:ln>
                          <a:effectLst/>
                        </a:rPr>
                        <a:t>工作成果不超过</a:t>
                      </a:r>
                      <a:r>
                        <a:rPr kumimoji="0" lang="en-US" altLang="zh-CN" sz="1800" u="none" strike="noStrike" cap="none" normalizeH="0" baseline="0" dirty="0" smtClean="0">
                          <a:ln>
                            <a:noFill/>
                          </a:ln>
                          <a:effectLst/>
                        </a:rPr>
                        <a:t>10</a:t>
                      </a:r>
                      <a:r>
                        <a:rPr kumimoji="0" lang="zh-CN" altLang="en-US" sz="1800" u="none" strike="noStrike" cap="none" normalizeH="0" baseline="0" dirty="0" smtClean="0">
                          <a:ln>
                            <a:noFill/>
                          </a:ln>
                          <a:effectLst/>
                        </a:rPr>
                        <a:t>分钟，</a:t>
                      </a:r>
                      <a:r>
                        <a:rPr kumimoji="0" lang="en-US" altLang="zh-CN" sz="1800" u="none" strike="noStrike" cap="none" normalizeH="0" baseline="0" dirty="0" smtClean="0">
                          <a:ln>
                            <a:noFill/>
                          </a:ln>
                          <a:effectLst/>
                        </a:rPr>
                        <a:t>5</a:t>
                      </a:r>
                      <a:r>
                        <a:rPr kumimoji="0" lang="zh-CN" altLang="en-US" sz="1800" u="none" strike="noStrike" cap="none" normalizeH="0" baseline="0" dirty="0" smtClean="0">
                          <a:ln>
                            <a:noFill/>
                          </a:ln>
                          <a:effectLst/>
                        </a:rPr>
                        <a:t>大能力约</a:t>
                      </a:r>
                      <a:r>
                        <a:rPr kumimoji="0" lang="en-US" altLang="zh-CN" sz="1800" u="none" strike="noStrike" cap="none" normalizeH="0" baseline="0" dirty="0" smtClean="0">
                          <a:ln>
                            <a:noFill/>
                          </a:ln>
                          <a:effectLst/>
                        </a:rPr>
                        <a:t>15</a:t>
                      </a:r>
                      <a:r>
                        <a:rPr kumimoji="0" lang="zh-CN" altLang="en-US" sz="1800" u="none" strike="noStrike" cap="none" normalizeH="0" baseline="0" dirty="0" smtClean="0">
                          <a:ln>
                            <a:noFill/>
                          </a:ln>
                          <a:effectLst/>
                        </a:rPr>
                        <a:t>钟</a:t>
                      </a:r>
                      <a:endParaRPr kumimoji="0" lang="zh-CN" altLang="en-US" sz="1800" u="none" strike="noStrike" cap="none" normalizeH="0" baseline="0" dirty="0" smtClean="0">
                        <a:ln>
                          <a:noFill/>
                        </a:ln>
                        <a:effectLst/>
                      </a:endParaRPr>
                    </a:p>
                  </a:txBody>
                  <a:tcPr marL="91447" marR="91447" marT="45721" marB="45721" anchor="ctr" horzOverflow="overflow"/>
                </a:tc>
              </a:tr>
              <a:tr h="450850"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buFont typeface="Arial" panose="020B0604020202020204" pitchFamily="34" charset="0"/>
                        <a:defRPr kumimoji="1" sz="2800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1pPr>
                      <a:lvl2pPr marL="742950" indent="-285750">
                        <a:spcBef>
                          <a:spcPct val="20000"/>
                        </a:spcBef>
                        <a:buFont typeface="Arial" panose="020B0604020202020204" pitchFamily="34" charset="0"/>
                        <a:defRPr kumimoji="1" sz="2400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2pPr>
                      <a:lvl3pPr marL="1143000" indent="-228600">
                        <a:spcBef>
                          <a:spcPct val="20000"/>
                        </a:spcBef>
                        <a:buFont typeface="Arial" panose="020B0604020202020204" pitchFamily="34" charset="0"/>
                        <a:defRPr kumimoji="1" sz="2000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3pPr>
                      <a:lvl4pPr marL="1600200" indent="-228600">
                        <a:spcBef>
                          <a:spcPct val="20000"/>
                        </a:spcBef>
                        <a:buFont typeface="Arial" panose="020B0604020202020204" pitchFamily="34" charset="0"/>
                        <a:defRPr kumimoji="1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4pPr>
                      <a:lvl5pPr marL="2057400" indent="-228600">
                        <a:spcBef>
                          <a:spcPct val="20000"/>
                        </a:spcBef>
                        <a:buFont typeface="Arial" panose="020B0604020202020204" pitchFamily="34" charset="0"/>
                        <a:defRPr kumimoji="1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kumimoji="1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kumimoji="1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kumimoji="1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kumimoji="1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zh-CN" altLang="en-US" sz="1800" u="none" strike="noStrike" cap="none" normalizeH="0" baseline="0" smtClean="0">
                          <a:ln>
                            <a:noFill/>
                          </a:ln>
                          <a:effectLst/>
                        </a:rPr>
                        <a:t>内容</a:t>
                      </a:r>
                      <a:endParaRPr kumimoji="0" lang="zh-CN" altLang="en-US" sz="1800" u="none" strike="noStrike" cap="none" normalizeH="0" baseline="0" smtClean="0">
                        <a:ln>
                          <a:noFill/>
                        </a:ln>
                        <a:effectLst/>
                      </a:endParaRPr>
                    </a:p>
                  </a:txBody>
                  <a:tcPr marL="91447" marR="91447" marT="45721" marB="45721" anchor="ctr" horzOverflow="overflow"/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buFont typeface="Arial" panose="020B0604020202020204" pitchFamily="34" charset="0"/>
                        <a:defRPr kumimoji="1" sz="2800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1pPr>
                      <a:lvl2pPr marL="742950" indent="-285750">
                        <a:spcBef>
                          <a:spcPct val="20000"/>
                        </a:spcBef>
                        <a:buFont typeface="Arial" panose="020B0604020202020204" pitchFamily="34" charset="0"/>
                        <a:defRPr kumimoji="1" sz="2400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2pPr>
                      <a:lvl3pPr marL="1143000" indent="-228600">
                        <a:spcBef>
                          <a:spcPct val="20000"/>
                        </a:spcBef>
                        <a:buFont typeface="Arial" panose="020B0604020202020204" pitchFamily="34" charset="0"/>
                        <a:defRPr kumimoji="1" sz="2000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3pPr>
                      <a:lvl4pPr marL="1600200" indent="-228600">
                        <a:spcBef>
                          <a:spcPct val="20000"/>
                        </a:spcBef>
                        <a:buFont typeface="Arial" panose="020B0604020202020204" pitchFamily="34" charset="0"/>
                        <a:defRPr kumimoji="1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4pPr>
                      <a:lvl5pPr marL="2057400" indent="-228600">
                        <a:spcBef>
                          <a:spcPct val="20000"/>
                        </a:spcBef>
                        <a:buFont typeface="Arial" panose="020B0604020202020204" pitchFamily="34" charset="0"/>
                        <a:defRPr kumimoji="1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kumimoji="1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kumimoji="1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kumimoji="1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kumimoji="1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zh-CN" altLang="en-US" sz="1800" u="none" strike="noStrike" cap="none" normalizeH="0" baseline="0" dirty="0" smtClean="0">
                          <a:ln>
                            <a:noFill/>
                          </a:ln>
                          <a:effectLst/>
                        </a:rPr>
                        <a:t>框架参照本模版，可增加呈现内容</a:t>
                      </a:r>
                      <a:endParaRPr kumimoji="0" lang="zh-CN" altLang="en-US" sz="1800" u="none" strike="noStrike" cap="none" normalizeH="0" baseline="0" dirty="0" smtClean="0">
                        <a:ln>
                          <a:noFill/>
                        </a:ln>
                        <a:effectLst/>
                      </a:endParaRPr>
                    </a:p>
                  </a:txBody>
                  <a:tcPr marL="91447" marR="91447" marT="45721" marB="45721" anchor="ctr" horzOverflow="overflow"/>
                </a:tc>
              </a:tr>
              <a:tr h="2312035"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buFont typeface="Arial" panose="020B0604020202020204" pitchFamily="34" charset="0"/>
                        <a:defRPr kumimoji="1" sz="2800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1pPr>
                      <a:lvl2pPr marL="742950" indent="-285750">
                        <a:spcBef>
                          <a:spcPct val="20000"/>
                        </a:spcBef>
                        <a:buFont typeface="Arial" panose="020B0604020202020204" pitchFamily="34" charset="0"/>
                        <a:defRPr kumimoji="1" sz="2400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2pPr>
                      <a:lvl3pPr marL="1143000" indent="-228600">
                        <a:spcBef>
                          <a:spcPct val="20000"/>
                        </a:spcBef>
                        <a:buFont typeface="Arial" panose="020B0604020202020204" pitchFamily="34" charset="0"/>
                        <a:defRPr kumimoji="1" sz="2000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3pPr>
                      <a:lvl4pPr marL="1600200" indent="-228600">
                        <a:spcBef>
                          <a:spcPct val="20000"/>
                        </a:spcBef>
                        <a:buFont typeface="Arial" panose="020B0604020202020204" pitchFamily="34" charset="0"/>
                        <a:defRPr kumimoji="1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4pPr>
                      <a:lvl5pPr marL="2057400" indent="-228600">
                        <a:spcBef>
                          <a:spcPct val="20000"/>
                        </a:spcBef>
                        <a:buFont typeface="Arial" panose="020B0604020202020204" pitchFamily="34" charset="0"/>
                        <a:defRPr kumimoji="1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kumimoji="1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kumimoji="1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kumimoji="1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kumimoji="1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zh-CN" altLang="en-US" sz="1800" u="none" strike="noStrike" cap="none" normalizeH="0" baseline="0" smtClean="0">
                          <a:ln>
                            <a:noFill/>
                          </a:ln>
                          <a:effectLst/>
                        </a:rPr>
                        <a:t>呈现</a:t>
                      </a:r>
                      <a:endParaRPr kumimoji="0" lang="zh-CN" altLang="en-US" sz="1800" u="none" strike="noStrike" cap="none" normalizeH="0" baseline="0" smtClean="0">
                        <a:ln>
                          <a:noFill/>
                        </a:ln>
                        <a:effectLst/>
                      </a:endParaRPr>
                    </a:p>
                  </a:txBody>
                  <a:tcPr marL="91447" marR="91447" marT="45721" marB="45721" anchor="ctr" horzOverflow="overflow"/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buFont typeface="Arial" panose="020B0604020202020204" pitchFamily="34" charset="0"/>
                        <a:defRPr kumimoji="1" sz="2800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1pPr>
                      <a:lvl2pPr marL="742950" indent="-285750">
                        <a:spcBef>
                          <a:spcPct val="20000"/>
                        </a:spcBef>
                        <a:buFont typeface="Arial" panose="020B0604020202020204" pitchFamily="34" charset="0"/>
                        <a:defRPr kumimoji="1" sz="2400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2pPr>
                      <a:lvl3pPr marL="1143000" indent="-228600">
                        <a:spcBef>
                          <a:spcPct val="20000"/>
                        </a:spcBef>
                        <a:buFont typeface="Arial" panose="020B0604020202020204" pitchFamily="34" charset="0"/>
                        <a:defRPr kumimoji="1" sz="2000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3pPr>
                      <a:lvl4pPr marL="1600200" indent="-228600">
                        <a:spcBef>
                          <a:spcPct val="20000"/>
                        </a:spcBef>
                        <a:buFont typeface="Arial" panose="020B0604020202020204" pitchFamily="34" charset="0"/>
                        <a:defRPr kumimoji="1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4pPr>
                      <a:lvl5pPr marL="2057400" indent="-228600">
                        <a:spcBef>
                          <a:spcPct val="20000"/>
                        </a:spcBef>
                        <a:buFont typeface="Arial" panose="020B0604020202020204" pitchFamily="34" charset="0"/>
                        <a:defRPr kumimoji="1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kumimoji="1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kumimoji="1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kumimoji="1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kumimoji="1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US" altLang="zh-CN" sz="1800" u="none" strike="noStrike" cap="none" normalizeH="0" baseline="0" dirty="0" smtClean="0">
                          <a:ln>
                            <a:noFill/>
                          </a:ln>
                          <a:effectLst/>
                        </a:rPr>
                        <a:t>1</a:t>
                      </a:r>
                      <a:r>
                        <a:rPr kumimoji="0" lang="zh-CN" altLang="en-US" sz="1800" u="none" strike="noStrike" cap="none" normalizeH="0" baseline="0" dirty="0" smtClean="0">
                          <a:ln>
                            <a:noFill/>
                          </a:ln>
                          <a:effectLst/>
                        </a:rPr>
                        <a:t>、工作成果呈现，如呈现团队成绩，需呈现个人在团队中的角色；</a:t>
                      </a:r>
                      <a:endParaRPr kumimoji="0" lang="en-US" altLang="zh-CN" sz="1800" u="none" strike="noStrike" cap="none" normalizeH="0" baseline="0" dirty="0" smtClean="0">
                        <a:ln>
                          <a:noFill/>
                        </a:ln>
                        <a:effectLst/>
                      </a:endParaRP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US" altLang="zh-CN" sz="1800" u="none" strike="noStrike" cap="none" normalizeH="0" baseline="0" dirty="0" smtClean="0">
                          <a:ln>
                            <a:noFill/>
                          </a:ln>
                          <a:effectLst/>
                        </a:rPr>
                        <a:t>2</a:t>
                      </a:r>
                      <a:r>
                        <a:rPr kumimoji="0" lang="zh-CN" altLang="en-US" sz="1800" u="none" strike="noStrike" cap="none" normalizeH="0" baseline="0" dirty="0" smtClean="0">
                          <a:ln>
                            <a:noFill/>
                          </a:ln>
                          <a:effectLst/>
                        </a:rPr>
                        <a:t>、</a:t>
                      </a:r>
                      <a:r>
                        <a:rPr kumimoji="0" lang="en-US" altLang="zh-CN" sz="1800" u="none" strike="noStrike" cap="none" normalizeH="0" baseline="0" dirty="0" smtClean="0">
                          <a:ln>
                            <a:noFill/>
                          </a:ln>
                          <a:effectLst/>
                        </a:rPr>
                        <a:t>5</a:t>
                      </a:r>
                      <a:r>
                        <a:rPr kumimoji="0" lang="zh-CN" altLang="en-US" sz="1800" u="none" strike="noStrike" cap="none" normalizeH="0" baseline="0" dirty="0" smtClean="0">
                          <a:ln>
                            <a:noFill/>
                          </a:ln>
                          <a:effectLst/>
                        </a:rPr>
                        <a:t>大能力项所有项目都需呈现；</a:t>
                      </a:r>
                      <a:endParaRPr kumimoji="0" lang="en-US" altLang="zh-CN" sz="1800" u="none" strike="noStrike" cap="none" normalizeH="0" baseline="0" dirty="0" smtClean="0">
                        <a:ln>
                          <a:noFill/>
                        </a:ln>
                        <a:effectLst/>
                      </a:endParaRP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US" altLang="zh-CN" sz="1800" u="none" strike="noStrike" cap="none" normalizeH="0" baseline="0" dirty="0" smtClean="0">
                          <a:ln>
                            <a:noFill/>
                          </a:ln>
                          <a:effectLst/>
                        </a:rPr>
                        <a:t>3</a:t>
                      </a:r>
                      <a:r>
                        <a:rPr kumimoji="0" lang="zh-CN" altLang="en-US" sz="1800" u="none" strike="noStrike" cap="none" normalizeH="0" baseline="0" dirty="0" smtClean="0">
                          <a:ln>
                            <a:noFill/>
                          </a:ln>
                          <a:effectLst/>
                        </a:rPr>
                        <a:t>、</a:t>
                      </a:r>
                      <a:r>
                        <a:rPr kumimoji="0" lang="zh-CN" altLang="en-US" sz="1800" u="none" strike="noStrike" kern="1200" cap="none" normalizeH="0" baseline="0" dirty="0" smtClean="0">
                          <a:ln>
                            <a:noFill/>
                          </a:ln>
                          <a:effectLst/>
                        </a:rPr>
                        <a:t>各能力展示，请用</a:t>
                      </a:r>
                      <a:r>
                        <a:rPr kumimoji="0" lang="en-US" altLang="zh-CN" sz="1800" u="none" strike="noStrike" kern="1200" cap="none" normalizeH="0" baseline="0" dirty="0" smtClean="0">
                          <a:ln>
                            <a:noFill/>
                          </a:ln>
                          <a:effectLst/>
                        </a:rPr>
                        <a:t>STAR</a:t>
                      </a:r>
                      <a:r>
                        <a:rPr kumimoji="0" lang="zh-CN" altLang="en-US" sz="1800" u="none" strike="noStrike" kern="1200" cap="none" normalizeH="0" baseline="0" dirty="0" smtClean="0">
                          <a:ln>
                            <a:noFill/>
                          </a:ln>
                          <a:effectLst/>
                        </a:rPr>
                        <a:t>结构：</a:t>
                      </a:r>
                      <a:r>
                        <a:rPr lang="zh-CN" altLang="en-US" sz="1800" dirty="0" smtClean="0"/>
                        <a:t>举出事例后，从情景、行为、影响、结果及反思</a:t>
                      </a:r>
                      <a:r>
                        <a:rPr lang="en-US" altLang="zh-CN" sz="1800" dirty="0" smtClean="0"/>
                        <a:t>5</a:t>
                      </a:r>
                      <a:r>
                        <a:rPr lang="zh-CN" altLang="en-US" sz="1800" dirty="0" smtClean="0"/>
                        <a:t>个方面进行展示</a:t>
                      </a:r>
                      <a:endParaRPr lang="zh-CN" altLang="en-US" sz="1800" dirty="0" smtClean="0"/>
                    </a:p>
                  </a:txBody>
                  <a:tcPr marL="91447" marR="91447" marT="45721" marB="45721" anchor="ctr" horzOverflow="overflow"/>
                </a:tc>
              </a:tr>
              <a:tr h="940435"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buFont typeface="Arial" panose="020B0604020202020204" pitchFamily="34" charset="0"/>
                        <a:defRPr kumimoji="1" sz="2800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1pPr>
                      <a:lvl2pPr marL="742950" indent="-285750">
                        <a:spcBef>
                          <a:spcPct val="20000"/>
                        </a:spcBef>
                        <a:buFont typeface="Arial" panose="020B0604020202020204" pitchFamily="34" charset="0"/>
                        <a:defRPr kumimoji="1" sz="2400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2pPr>
                      <a:lvl3pPr marL="1143000" indent="-228600">
                        <a:spcBef>
                          <a:spcPct val="20000"/>
                        </a:spcBef>
                        <a:buFont typeface="Arial" panose="020B0604020202020204" pitchFamily="34" charset="0"/>
                        <a:defRPr kumimoji="1" sz="2000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3pPr>
                      <a:lvl4pPr marL="1600200" indent="-228600">
                        <a:spcBef>
                          <a:spcPct val="20000"/>
                        </a:spcBef>
                        <a:buFont typeface="Arial" panose="020B0604020202020204" pitchFamily="34" charset="0"/>
                        <a:defRPr kumimoji="1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4pPr>
                      <a:lvl5pPr marL="2057400" indent="-228600">
                        <a:spcBef>
                          <a:spcPct val="20000"/>
                        </a:spcBef>
                        <a:buFont typeface="Arial" panose="020B0604020202020204" pitchFamily="34" charset="0"/>
                        <a:defRPr kumimoji="1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kumimoji="1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kumimoji="1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kumimoji="1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kumimoji="1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zh-CN" altLang="en-US" sz="1800" u="none" strike="noStrike" cap="none" normalizeH="0" baseline="0" smtClean="0">
                          <a:ln>
                            <a:noFill/>
                          </a:ln>
                          <a:effectLst/>
                        </a:rPr>
                        <a:t>温馨提示</a:t>
                      </a:r>
                      <a:endParaRPr kumimoji="0" lang="zh-CN" altLang="en-US" sz="1800" u="none" strike="noStrike" cap="none" normalizeH="0" baseline="0" smtClean="0">
                        <a:ln>
                          <a:noFill/>
                        </a:ln>
                        <a:effectLst/>
                      </a:endParaRPr>
                    </a:p>
                  </a:txBody>
                  <a:tcPr marL="91447" marR="91447" marT="45721" marB="45721" anchor="ctr" horzOverflow="overflow"/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buFont typeface="Arial" panose="020B0604020202020204" pitchFamily="34" charset="0"/>
                        <a:defRPr kumimoji="1" sz="2800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1pPr>
                      <a:lvl2pPr marL="742950" indent="-285750">
                        <a:spcBef>
                          <a:spcPct val="20000"/>
                        </a:spcBef>
                        <a:buFont typeface="Arial" panose="020B0604020202020204" pitchFamily="34" charset="0"/>
                        <a:defRPr kumimoji="1" sz="2400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2pPr>
                      <a:lvl3pPr marL="1143000" indent="-228600">
                        <a:spcBef>
                          <a:spcPct val="20000"/>
                        </a:spcBef>
                        <a:buFont typeface="Arial" panose="020B0604020202020204" pitchFamily="34" charset="0"/>
                        <a:defRPr kumimoji="1" sz="2000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3pPr>
                      <a:lvl4pPr marL="1600200" indent="-228600">
                        <a:spcBef>
                          <a:spcPct val="20000"/>
                        </a:spcBef>
                        <a:buFont typeface="Arial" panose="020B0604020202020204" pitchFamily="34" charset="0"/>
                        <a:defRPr kumimoji="1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4pPr>
                      <a:lvl5pPr marL="2057400" indent="-228600">
                        <a:spcBef>
                          <a:spcPct val="20000"/>
                        </a:spcBef>
                        <a:buFont typeface="Arial" panose="020B0604020202020204" pitchFamily="34" charset="0"/>
                        <a:defRPr kumimoji="1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kumimoji="1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kumimoji="1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kumimoji="1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kumimoji="1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</a:pPr>
                      <a:r>
                        <a:rPr kumimoji="0" lang="zh-CN" altLang="zh-CN" sz="1800" u="none" strike="noStrike" cap="none" normalizeH="0" baseline="0" dirty="0" smtClean="0">
                          <a:ln>
                            <a:noFill/>
                          </a:ln>
                          <a:effectLst/>
                        </a:rPr>
                        <a:t>1</a:t>
                      </a:r>
                      <a:r>
                        <a:rPr kumimoji="0" lang="zh-CN" altLang="en-US" sz="1800" u="none" strike="noStrike" cap="none" normalizeH="0" baseline="0" dirty="0" smtClean="0">
                          <a:ln>
                            <a:noFill/>
                          </a:ln>
                          <a:effectLst/>
                        </a:rPr>
                        <a:t>、关于人才评定的相关事宜请寻求教练（直属上级）的支持</a:t>
                      </a:r>
                      <a:endParaRPr kumimoji="0" lang="en-US" altLang="zh-CN" sz="1800" u="none" strike="noStrike" cap="none" normalizeH="0" baseline="0" dirty="0" smtClean="0">
                        <a:ln>
                          <a:noFill/>
                        </a:ln>
                        <a:effectLst/>
                      </a:endParaRP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</a:pPr>
                      <a:r>
                        <a:rPr kumimoji="0" lang="zh-CN" altLang="zh-CN" sz="1800" u="none" strike="noStrike" cap="none" normalizeH="0" baseline="0" dirty="0" smtClean="0">
                          <a:ln>
                            <a:noFill/>
                          </a:ln>
                          <a:effectLst/>
                        </a:rPr>
                        <a:t>2</a:t>
                      </a:r>
                      <a:r>
                        <a:rPr kumimoji="0" lang="zh-CN" altLang="en-US" sz="1800" u="none" strike="noStrike" cap="none" normalizeH="0" baseline="0" dirty="0" smtClean="0">
                          <a:ln>
                            <a:noFill/>
                          </a:ln>
                          <a:effectLst/>
                        </a:rPr>
                        <a:t>、详细的补充说明请查看备注栏</a:t>
                      </a:r>
                      <a:endParaRPr kumimoji="0" lang="zh-CN" altLang="en-US" sz="1800" u="none" strike="noStrike" cap="none" normalizeH="0" baseline="0" dirty="0" smtClean="0">
                        <a:ln>
                          <a:noFill/>
                        </a:ln>
                        <a:effectLst/>
                      </a:endParaRPr>
                    </a:p>
                  </a:txBody>
                  <a:tcPr marL="91447" marR="91447" marT="45721" marB="45721" anchor="ctr" horzOverflow="overflow"/>
                </a:tc>
              </a:tr>
            </a:tbl>
          </a:graphicData>
        </a:graphic>
      </p:graphicFrame>
      <p:sp>
        <p:nvSpPr>
          <p:cNvPr id="4" name="标题 1"/>
          <p:cNvSpPr txBox="1"/>
          <p:nvPr/>
        </p:nvSpPr>
        <p:spPr bwMode="auto">
          <a:xfrm>
            <a:off x="1981131" y="794365"/>
            <a:ext cx="8229600" cy="41766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kumimoji="1" sz="32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kumimoji="1" sz="28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kumimoji="1" sz="2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kumimoji="1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kumimoji="1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kumimoji="1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kumimoji="1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kumimoji="1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kumimoji="1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lang="zh-CN" altLang="en-US" sz="2800" b="1" dirty="0">
                <a:solidFill>
                  <a:schemeClr val="bg1"/>
                </a:solidFill>
              </a:rPr>
              <a:t>述职说明</a:t>
            </a:r>
            <a:endParaRPr lang="zh-CN" altLang="en-US" sz="2800" b="1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标题 1"/>
          <p:cNvSpPr txBox="1"/>
          <p:nvPr/>
        </p:nvSpPr>
        <p:spPr>
          <a:xfrm>
            <a:off x="5087888" y="1157319"/>
            <a:ext cx="4787900" cy="725488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2800" b="1" dirty="0" smtClean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  <a:sym typeface="Wingdings" panose="05000000000000000000" pitchFamily="2" charset="2"/>
              </a:rPr>
              <a:t>候选人呈现要求</a:t>
            </a:r>
            <a:endParaRPr lang="zh-CN" altLang="en-US" sz="2800" b="1" dirty="0" smtClean="0">
              <a:solidFill>
                <a:schemeClr val="bg1"/>
              </a:solidFill>
              <a:latin typeface="微软雅黑" panose="020B0503020204020204" charset="-122"/>
              <a:ea typeface="微软雅黑" panose="020B0503020204020204" charset="-122"/>
              <a:sym typeface="Wingdings" panose="05000000000000000000" pitchFamily="2" charset="2"/>
            </a:endParaRPr>
          </a:p>
        </p:txBody>
      </p:sp>
      <p:pic>
        <p:nvPicPr>
          <p:cNvPr id="5" name="图片 1" descr="白板3"/>
          <p:cNvPicPr>
            <a:picLocks noGrp="1" noChangeAspect="1" noChangeArrowheads="1"/>
          </p:cNvPicPr>
          <p:nvPr/>
        </p:nvPicPr>
        <p:blipFill>
          <a:blip r:embed="rId1">
            <a:extLst>
              <a:ext uri="{BEBA8EAE-BF5A-486C-A8C5-ECC9F3942E4B}">
                <a14:imgProps xmlns:a14="http://schemas.microsoft.com/office/drawing/2010/main">
                  <a14:imgLayer r:embed="rId2">
                    <a14:imgEffect>
                      <a14:backgroundRemoval t="4883" b="89844" l="4297" r="96094">
                        <a14:foregroundMark x1="50195" y1="26367" x2="50195" y2="263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43962" y="3581532"/>
            <a:ext cx="3194050" cy="27638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TextBox 4"/>
          <p:cNvSpPr txBox="1">
            <a:spLocks noChangeArrowheads="1"/>
          </p:cNvSpPr>
          <p:nvPr/>
        </p:nvSpPr>
        <p:spPr bwMode="auto">
          <a:xfrm rot="20725565">
            <a:off x="9066242" y="4162320"/>
            <a:ext cx="1101725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kumimoji="1" sz="32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kumimoji="1" sz="28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kumimoji="1" sz="2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kumimoji="1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kumimoji="1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kumimoji="1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kumimoji="1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kumimoji="1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kumimoji="1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altLang="zh-CN" sz="1800" b="1" dirty="0">
                <a:solidFill>
                  <a:schemeClr val="bg1"/>
                </a:solidFill>
              </a:rPr>
              <a:t>SMART</a:t>
            </a:r>
            <a:endParaRPr kumimoji="0" lang="en-US" altLang="zh-CN" sz="1800" b="1" dirty="0">
              <a:solidFill>
                <a:schemeClr val="bg1"/>
              </a:solidFill>
            </a:endParaRPr>
          </a:p>
        </p:txBody>
      </p:sp>
      <p:sp>
        <p:nvSpPr>
          <p:cNvPr id="7" name="TextBox 5"/>
          <p:cNvSpPr txBox="1">
            <a:spLocks noChangeArrowheads="1"/>
          </p:cNvSpPr>
          <p:nvPr/>
        </p:nvSpPr>
        <p:spPr bwMode="auto">
          <a:xfrm rot="566205">
            <a:off x="10752639" y="4108208"/>
            <a:ext cx="990600" cy="6451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kumimoji="1" sz="32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kumimoji="1" sz="28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kumimoji="1" sz="2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kumimoji="1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kumimoji="1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kumimoji="1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kumimoji="1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kumimoji="1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kumimoji="1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altLang="zh-CN" sz="1800" b="1" dirty="0">
                <a:solidFill>
                  <a:schemeClr val="bg1"/>
                </a:solidFill>
              </a:rPr>
              <a:t>START`</a:t>
            </a:r>
            <a:endParaRPr kumimoji="0" lang="en-US" altLang="zh-CN" sz="1800" b="1" dirty="0">
              <a:solidFill>
                <a:schemeClr val="bg1"/>
              </a:solidFill>
            </a:endParaRPr>
          </a:p>
        </p:txBody>
      </p:sp>
      <p:pic>
        <p:nvPicPr>
          <p:cNvPr id="8" name="图片 10" descr="QQ截图20120907151706.jpg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11882" y="3607867"/>
            <a:ext cx="604838" cy="7572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TextBox 11"/>
          <p:cNvSpPr txBox="1">
            <a:spLocks noChangeArrowheads="1"/>
          </p:cNvSpPr>
          <p:nvPr>
            <p:custDataLst>
              <p:tags r:id="rId5"/>
            </p:custDataLst>
          </p:nvPr>
        </p:nvSpPr>
        <p:spPr bwMode="auto">
          <a:xfrm>
            <a:off x="2085007" y="3750742"/>
            <a:ext cx="5000625" cy="46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kumimoji="1" sz="32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kumimoji="1" sz="28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kumimoji="1" sz="2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kumimoji="1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kumimoji="1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kumimoji="1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kumimoji="1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kumimoji="1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kumimoji="1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zh-CN" altLang="en-US" sz="2400" dirty="0">
                <a:solidFill>
                  <a:schemeClr val="bg1"/>
                </a:solidFill>
              </a:rPr>
              <a:t>约</a:t>
            </a:r>
            <a:r>
              <a:rPr kumimoji="0" lang="en-US" altLang="zh-CN" sz="2400" dirty="0">
                <a:solidFill>
                  <a:schemeClr val="bg1"/>
                </a:solidFill>
              </a:rPr>
              <a:t>10</a:t>
            </a:r>
            <a:r>
              <a:rPr kumimoji="0" lang="zh-CN" altLang="en-US" sz="2400" dirty="0">
                <a:solidFill>
                  <a:schemeClr val="bg1"/>
                </a:solidFill>
              </a:rPr>
              <a:t>分钟</a:t>
            </a:r>
            <a:r>
              <a:rPr kumimoji="0" lang="zh-CN" altLang="en-US" sz="2400" b="1" dirty="0">
                <a:solidFill>
                  <a:srgbClr val="FF0000"/>
                </a:solidFill>
              </a:rPr>
              <a:t>简要</a:t>
            </a:r>
            <a:r>
              <a:rPr kumimoji="0" lang="zh-CN" altLang="en-US" sz="2400" dirty="0">
                <a:solidFill>
                  <a:schemeClr val="bg1"/>
                </a:solidFill>
              </a:rPr>
              <a:t>陈述工作成果要点</a:t>
            </a:r>
            <a:endParaRPr kumimoji="0" lang="zh-CN" altLang="en-US" sz="2400" dirty="0">
              <a:solidFill>
                <a:schemeClr val="bg1"/>
              </a:solidFill>
            </a:endParaRPr>
          </a:p>
        </p:txBody>
      </p:sp>
      <p:pic>
        <p:nvPicPr>
          <p:cNvPr id="10" name="图片 12" descr="QQ截图20120907151706.jpg"/>
          <p:cNvPicPr>
            <a:picLocks noChangeAspect="1"/>
          </p:cNvPicPr>
          <p:nvPr>
            <p:custDataLst>
              <p:tags r:id="rId6"/>
            </p:custDataLst>
          </p:nvPr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11882" y="4904010"/>
            <a:ext cx="604838" cy="7572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TextBox 15"/>
          <p:cNvSpPr txBox="1">
            <a:spLocks noChangeArrowheads="1"/>
          </p:cNvSpPr>
          <p:nvPr>
            <p:custDataLst>
              <p:tags r:id="rId7"/>
            </p:custDataLst>
          </p:nvPr>
        </p:nvSpPr>
        <p:spPr bwMode="auto">
          <a:xfrm>
            <a:off x="2085007" y="5092141"/>
            <a:ext cx="4730750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kumimoji="1" sz="32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kumimoji="1" sz="28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kumimoji="1" sz="2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kumimoji="1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kumimoji="1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kumimoji="1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kumimoji="1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kumimoji="1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kumimoji="1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zh-CN" altLang="en-US" sz="2400" dirty="0">
                <a:solidFill>
                  <a:schemeClr val="bg1"/>
                </a:solidFill>
              </a:rPr>
              <a:t>约</a:t>
            </a:r>
            <a:r>
              <a:rPr kumimoji="0" lang="en-US" altLang="zh-CN" sz="2400" dirty="0">
                <a:solidFill>
                  <a:schemeClr val="bg1"/>
                </a:solidFill>
              </a:rPr>
              <a:t>15</a:t>
            </a:r>
            <a:r>
              <a:rPr kumimoji="0" lang="zh-CN" altLang="en-US" sz="2400" dirty="0">
                <a:solidFill>
                  <a:schemeClr val="bg1"/>
                </a:solidFill>
              </a:rPr>
              <a:t>分钟，重点呈现</a:t>
            </a:r>
            <a:r>
              <a:rPr kumimoji="0" lang="en-US" altLang="zh-CN" sz="2400" dirty="0">
                <a:solidFill>
                  <a:schemeClr val="bg1"/>
                </a:solidFill>
              </a:rPr>
              <a:t>9</a:t>
            </a:r>
            <a:r>
              <a:rPr kumimoji="0" lang="zh-CN" altLang="en-US" sz="2400" dirty="0">
                <a:solidFill>
                  <a:schemeClr val="bg1"/>
                </a:solidFill>
              </a:rPr>
              <a:t>大能力</a:t>
            </a:r>
            <a:endParaRPr kumimoji="0" lang="zh-CN" altLang="en-US" sz="2400" dirty="0">
              <a:solidFill>
                <a:schemeClr val="bg1"/>
              </a:solidFill>
            </a:endParaRPr>
          </a:p>
        </p:txBody>
      </p:sp>
      <p:pic>
        <p:nvPicPr>
          <p:cNvPr id="12" name="图片 17" descr="QQ截图20120907151706.jpg"/>
          <p:cNvPicPr>
            <a:picLocks noChangeAspect="1"/>
          </p:cNvPicPr>
          <p:nvPr>
            <p:custDataLst>
              <p:tags r:id="rId8"/>
            </p:custDataLst>
          </p:nvPr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11882" y="2383731"/>
            <a:ext cx="604837" cy="7572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3" name="TextBox 18"/>
          <p:cNvSpPr txBox="1">
            <a:spLocks noChangeArrowheads="1"/>
          </p:cNvSpPr>
          <p:nvPr>
            <p:custDataLst>
              <p:tags r:id="rId9"/>
            </p:custDataLst>
          </p:nvPr>
        </p:nvSpPr>
        <p:spPr bwMode="auto">
          <a:xfrm>
            <a:off x="2085007" y="2593294"/>
            <a:ext cx="5091113" cy="460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kumimoji="1" sz="32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kumimoji="1" sz="28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kumimoji="1" sz="2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kumimoji="1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kumimoji="1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kumimoji="1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kumimoji="1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kumimoji="1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kumimoji="1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zh-CN" altLang="en-US" sz="2400" dirty="0">
                <a:solidFill>
                  <a:schemeClr val="bg1"/>
                </a:solidFill>
              </a:rPr>
              <a:t>运用</a:t>
            </a:r>
            <a:r>
              <a:rPr kumimoji="0" lang="en-US" altLang="zh-CN" sz="2400" dirty="0">
                <a:solidFill>
                  <a:schemeClr val="bg1"/>
                </a:solidFill>
              </a:rPr>
              <a:t>SMART</a:t>
            </a:r>
            <a:r>
              <a:rPr kumimoji="0" lang="zh-CN" altLang="en-US" sz="2400" dirty="0">
                <a:solidFill>
                  <a:schemeClr val="bg1"/>
                </a:solidFill>
              </a:rPr>
              <a:t>原则、</a:t>
            </a:r>
            <a:r>
              <a:rPr kumimoji="0" lang="en-US" altLang="zh-CN" sz="2400" dirty="0">
                <a:solidFill>
                  <a:schemeClr val="bg1"/>
                </a:solidFill>
              </a:rPr>
              <a:t>START</a:t>
            </a:r>
            <a:r>
              <a:rPr kumimoji="0" lang="zh-CN" altLang="en-US" sz="2400" dirty="0">
                <a:solidFill>
                  <a:schemeClr val="bg1"/>
                </a:solidFill>
              </a:rPr>
              <a:t>方式呈现</a:t>
            </a:r>
            <a:endParaRPr kumimoji="0" lang="zh-CN" altLang="en-US" sz="24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270" y="2007235"/>
            <a:ext cx="12191365" cy="2237740"/>
          </a:xfrm>
        </p:spPr>
        <p:txBody>
          <a:bodyPr>
            <a:noAutofit/>
          </a:bodyPr>
          <a:p>
            <a:pPr algn="ctr"/>
            <a:r>
              <a:rPr lang="zh-CN" altLang="en-US" sz="4800">
                <a:solidFill>
                  <a:schemeClr val="bg1"/>
                </a:solidFill>
              </a:rPr>
              <a:t>述职报告</a:t>
            </a:r>
            <a:br>
              <a:rPr lang="zh-CN" altLang="en-US" sz="3200">
                <a:solidFill>
                  <a:schemeClr val="bg1"/>
                </a:solidFill>
              </a:rPr>
            </a:br>
            <a:r>
              <a:rPr lang="en-US" altLang="zh-CN" sz="3200">
                <a:solidFill>
                  <a:schemeClr val="bg1"/>
                </a:solidFill>
              </a:rPr>
              <a:t>                              </a:t>
            </a:r>
            <a:br>
              <a:rPr lang="en-US" altLang="zh-CN" sz="3200">
                <a:solidFill>
                  <a:schemeClr val="bg1"/>
                </a:solidFill>
              </a:rPr>
            </a:br>
            <a:r>
              <a:rPr lang="en-US" altLang="zh-CN" sz="3200">
                <a:solidFill>
                  <a:schemeClr val="bg1"/>
                </a:solidFill>
              </a:rPr>
              <a:t>                 ——</a:t>
            </a:r>
            <a:r>
              <a:rPr lang="zh-CN" altLang="en-US" sz="3200">
                <a:solidFill>
                  <a:schemeClr val="bg1"/>
                </a:solidFill>
              </a:rPr>
              <a:t>转正评定</a:t>
            </a:r>
            <a:br>
              <a:rPr lang="zh-CN" altLang="en-US" sz="3200">
                <a:solidFill>
                  <a:schemeClr val="bg1"/>
                </a:solidFill>
              </a:rPr>
            </a:br>
            <a:br>
              <a:rPr lang="en-US" altLang="zh-CN" sz="3200">
                <a:solidFill>
                  <a:schemeClr val="bg1"/>
                </a:solidFill>
              </a:rPr>
            </a:br>
            <a:endParaRPr lang="en-US" altLang="zh-CN" sz="3200">
              <a:solidFill>
                <a:schemeClr val="bg1"/>
              </a:solidFill>
            </a:endParaRPr>
          </a:p>
        </p:txBody>
      </p:sp>
      <p:sp>
        <p:nvSpPr>
          <p:cNvPr id="5" name="标题 1"/>
          <p:cNvSpPr>
            <a:spLocks noGrp="1"/>
          </p:cNvSpPr>
          <p:nvPr/>
        </p:nvSpPr>
        <p:spPr>
          <a:xfrm>
            <a:off x="0" y="4356100"/>
            <a:ext cx="12192635" cy="1174750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br>
              <a:rPr lang="en-US" altLang="zh-CN" sz="3200">
                <a:solidFill>
                  <a:schemeClr val="bg1"/>
                </a:solidFill>
              </a:rPr>
            </a:br>
            <a:r>
              <a:rPr lang="zh-CN" altLang="en-US" sz="1800">
                <a:solidFill>
                  <a:schemeClr val="bg1"/>
                </a:solidFill>
              </a:rPr>
              <a:t>述职人：</a:t>
            </a:r>
            <a:r>
              <a:rPr lang="en-US" altLang="zh-CN" sz="1800">
                <a:solidFill>
                  <a:schemeClr val="bg1"/>
                </a:solidFill>
              </a:rPr>
              <a:t>XXX</a:t>
            </a:r>
            <a:br>
              <a:rPr lang="en-US" altLang="zh-CN" sz="1800">
                <a:solidFill>
                  <a:schemeClr val="bg1"/>
                </a:solidFill>
              </a:rPr>
            </a:br>
            <a:r>
              <a:rPr lang="en-US" altLang="zh-CN" sz="1800">
                <a:solidFill>
                  <a:schemeClr val="bg1"/>
                </a:solidFill>
              </a:rPr>
              <a:t>                                                                      </a:t>
            </a:r>
            <a:br>
              <a:rPr lang="en-US" altLang="zh-CN" sz="1800">
                <a:solidFill>
                  <a:schemeClr val="bg1"/>
                </a:solidFill>
              </a:rPr>
            </a:br>
            <a:r>
              <a:rPr lang="zh-CN" altLang="en-US" sz="1800">
                <a:solidFill>
                  <a:schemeClr val="bg1"/>
                </a:solidFill>
              </a:rPr>
              <a:t>述职时间：</a:t>
            </a:r>
            <a:r>
              <a:rPr lang="en-US" altLang="zh-CN" sz="1800">
                <a:solidFill>
                  <a:schemeClr val="bg1"/>
                </a:solidFill>
              </a:rPr>
              <a:t>YYYY_MM_DD</a:t>
            </a:r>
            <a:br>
              <a:rPr lang="en-US" altLang="zh-CN" sz="3200">
                <a:solidFill>
                  <a:schemeClr val="bg1"/>
                </a:solidFill>
              </a:rPr>
            </a:br>
            <a:endParaRPr lang="en-US" altLang="zh-CN" sz="320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Rectangle 2"/>
          <p:cNvSpPr txBox="1">
            <a:spLocks noChangeArrowheads="1"/>
          </p:cNvSpPr>
          <p:nvPr/>
        </p:nvSpPr>
        <p:spPr>
          <a:xfrm>
            <a:off x="2584450" y="3049270"/>
            <a:ext cx="1827530" cy="83439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p>
            <a:pPr marL="0" marR="0" lvl="0" indent="0" algn="ctr" defTabSz="914400" rtl="0" eaLnBrk="1" fontAlgn="auto" latinLnBrk="0" hangingPunct="1">
              <a:lnSpc>
                <a:spcPct val="15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48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j-cs"/>
              </a:rPr>
              <a:t>目录</a:t>
            </a:r>
            <a:endParaRPr kumimoji="0" lang="zh-CN" altLang="en-US" sz="4800" b="1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j-cs"/>
            </a:endParaRPr>
          </a:p>
        </p:txBody>
      </p:sp>
      <p:sp>
        <p:nvSpPr>
          <p:cNvPr id="7" name="Rectangle 2"/>
          <p:cNvSpPr txBox="1">
            <a:spLocks noChangeArrowheads="1"/>
          </p:cNvSpPr>
          <p:nvPr>
            <p:custDataLst>
              <p:tags r:id="rId1"/>
            </p:custDataLst>
          </p:nvPr>
        </p:nvSpPr>
        <p:spPr>
          <a:xfrm>
            <a:off x="6455410" y="2578735"/>
            <a:ext cx="7324725" cy="110109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32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j-cs"/>
              </a:rPr>
              <a:t>个人综述</a:t>
            </a:r>
            <a:endParaRPr kumimoji="0" lang="zh-CN" altLang="en-US" sz="3200" b="1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j-cs"/>
            </a:endParaRPr>
          </a:p>
        </p:txBody>
      </p:sp>
      <p:sp>
        <p:nvSpPr>
          <p:cNvPr id="5" name="Rectangle 2"/>
          <p:cNvSpPr txBox="1">
            <a:spLocks noChangeArrowheads="1"/>
          </p:cNvSpPr>
          <p:nvPr>
            <p:custDataLst>
              <p:tags r:id="rId2"/>
            </p:custDataLst>
          </p:nvPr>
        </p:nvSpPr>
        <p:spPr>
          <a:xfrm>
            <a:off x="6455410" y="3604895"/>
            <a:ext cx="5932170" cy="110109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p>
            <a:pPr lvl="0" algn="l">
              <a:lnSpc>
                <a:spcPct val="150000"/>
              </a:lnSpc>
              <a:spcAft>
                <a:spcPts val="0"/>
              </a:spcAft>
              <a:buClrTx/>
              <a:buSzTx/>
              <a:buFontTx/>
              <a:defRPr/>
            </a:pPr>
            <a:r>
              <a:rPr lang="zh-CN" altLang="en-US" sz="3200" b="1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j-cs"/>
                <a:sym typeface="+mn-ea"/>
              </a:rPr>
              <a:t>试用期</a:t>
            </a:r>
            <a:r>
              <a:rPr lang="zh-CN" altLang="en-US" sz="3200" b="1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j-cs"/>
                <a:sym typeface="+mn-ea"/>
              </a:rPr>
              <a:t>工作目标及成果</a:t>
            </a:r>
            <a:endParaRPr lang="zh-CN" altLang="en-US" sz="3200" b="1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j-cs"/>
              <a:sym typeface="+mn-ea"/>
            </a:endParaRPr>
          </a:p>
        </p:txBody>
      </p:sp>
      <p:sp>
        <p:nvSpPr>
          <p:cNvPr id="6" name="Rectangle 2"/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6583045" y="4592955"/>
            <a:ext cx="5307330" cy="110109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p>
            <a:pPr lvl="0" algn="l">
              <a:lnSpc>
                <a:spcPct val="150000"/>
              </a:lnSpc>
              <a:spcAft>
                <a:spcPts val="0"/>
              </a:spcAft>
              <a:buClrTx/>
              <a:buSzTx/>
              <a:buFontTx/>
              <a:defRPr/>
            </a:pPr>
            <a:r>
              <a:rPr lang="zh-CN" altLang="en-US" sz="3200" b="1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j-cs"/>
                <a:sym typeface="+mn-ea"/>
              </a:rPr>
              <a:t>五大能力自我评价</a:t>
            </a:r>
            <a:endParaRPr lang="zh-CN" altLang="en-US" sz="3200" b="1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j-cs"/>
              <a:sym typeface="+mn-ea"/>
            </a:endParaRPr>
          </a:p>
        </p:txBody>
      </p:sp>
      <p:sp>
        <p:nvSpPr>
          <p:cNvPr id="8" name="Rectangle 2"/>
          <p:cNvSpPr txBox="1">
            <a:spLocks noChangeArrowheads="1"/>
          </p:cNvSpPr>
          <p:nvPr>
            <p:custDataLst>
              <p:tags r:id="rId4"/>
            </p:custDataLst>
          </p:nvPr>
        </p:nvSpPr>
        <p:spPr>
          <a:xfrm>
            <a:off x="6466205" y="5510530"/>
            <a:ext cx="3983355" cy="110109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p>
            <a:pPr lvl="0" algn="l">
              <a:lnSpc>
                <a:spcPct val="150000"/>
              </a:lnSpc>
              <a:spcAft>
                <a:spcPts val="0"/>
              </a:spcAft>
              <a:buClrTx/>
              <a:buSzTx/>
              <a:buFontTx/>
              <a:defRPr/>
            </a:pPr>
            <a:r>
              <a:rPr lang="zh-CN" altLang="en-US" sz="3200" b="1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j-cs"/>
                <a:sym typeface="+mn-ea"/>
              </a:rPr>
              <a:t>转正</a:t>
            </a:r>
            <a:r>
              <a:rPr lang="zh-CN" altLang="en-US" sz="3200" b="1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j-cs"/>
                <a:sym typeface="+mn-ea"/>
              </a:rPr>
              <a:t>后工作开展思路</a:t>
            </a:r>
            <a:endParaRPr lang="zh-CN" altLang="en-US" sz="3200" b="1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j-cs"/>
              <a:sym typeface="+mn-ea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3155315" y="-23495"/>
            <a:ext cx="685800" cy="2880995"/>
          </a:xfrm>
          <a:prstGeom prst="rect">
            <a:avLst/>
          </a:prstGeom>
          <a:blipFill>
            <a:blip r:embed="rId5"/>
          </a:blipFill>
          <a:ln>
            <a:noFill/>
          </a:ln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3" name="矩形 12"/>
          <p:cNvSpPr/>
          <p:nvPr/>
        </p:nvSpPr>
        <p:spPr>
          <a:xfrm>
            <a:off x="5731510" y="2415540"/>
            <a:ext cx="724535" cy="4476750"/>
          </a:xfrm>
          <a:prstGeom prst="rect">
            <a:avLst/>
          </a:prstGeom>
          <a:blipFill rotWithShape="1">
            <a:blip r:embed="rId5"/>
            <a:tile tx="0" ty="0" sx="100000" sy="100000" flip="none" algn="tl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4" name="矩形 13"/>
          <p:cNvSpPr/>
          <p:nvPr>
            <p:custDataLst>
              <p:tags r:id="rId6"/>
            </p:custDataLst>
          </p:nvPr>
        </p:nvSpPr>
        <p:spPr>
          <a:xfrm>
            <a:off x="5740400" y="2857500"/>
            <a:ext cx="725805" cy="5435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zh-CN" altLang="en-US" sz="3000" b="1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一</a:t>
            </a:r>
            <a:endParaRPr lang="zh-CN" altLang="en-US" sz="3000" b="1">
              <a:solidFill>
                <a:schemeClr val="bg1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</p:txBody>
      </p:sp>
      <p:sp>
        <p:nvSpPr>
          <p:cNvPr id="15" name="矩形 14"/>
          <p:cNvSpPr/>
          <p:nvPr>
            <p:custDataLst>
              <p:tags r:id="rId7"/>
            </p:custDataLst>
          </p:nvPr>
        </p:nvSpPr>
        <p:spPr>
          <a:xfrm>
            <a:off x="5730240" y="3883660"/>
            <a:ext cx="725805" cy="5435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zh-CN" altLang="en-US" sz="3000" b="1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二</a:t>
            </a:r>
            <a:endParaRPr lang="zh-CN" altLang="en-US" sz="3000" b="1">
              <a:solidFill>
                <a:schemeClr val="bg1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</p:txBody>
      </p:sp>
      <p:sp>
        <p:nvSpPr>
          <p:cNvPr id="16" name="矩形 15"/>
          <p:cNvSpPr/>
          <p:nvPr>
            <p:custDataLst>
              <p:tags r:id="rId8"/>
            </p:custDataLst>
          </p:nvPr>
        </p:nvSpPr>
        <p:spPr>
          <a:xfrm>
            <a:off x="5730240" y="4871720"/>
            <a:ext cx="725805" cy="5435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zh-CN" altLang="en-US" sz="3000" b="1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三</a:t>
            </a:r>
            <a:endParaRPr lang="zh-CN" altLang="en-US" sz="3000" b="1">
              <a:solidFill>
                <a:schemeClr val="bg1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</p:txBody>
      </p:sp>
      <p:sp>
        <p:nvSpPr>
          <p:cNvPr id="17" name="矩形 16"/>
          <p:cNvSpPr/>
          <p:nvPr>
            <p:custDataLst>
              <p:tags r:id="rId9"/>
            </p:custDataLst>
          </p:nvPr>
        </p:nvSpPr>
        <p:spPr>
          <a:xfrm>
            <a:off x="5730240" y="5867400"/>
            <a:ext cx="725805" cy="5435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zh-CN" altLang="en-US" sz="3000" b="1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四</a:t>
            </a:r>
            <a:endParaRPr lang="zh-CN" altLang="en-US" sz="3000" b="1">
              <a:solidFill>
                <a:schemeClr val="bg1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bldLvl="0" animBg="1"/>
      <p:bldP spid="13" grpId="1" bldLvl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文本占位符 3"/>
          <p:cNvSpPr>
            <a:spLocks noGrp="1"/>
          </p:cNvSpPr>
          <p:nvPr>
            <p:ph type="body" sz="quarter" idx="4294967295"/>
          </p:nvPr>
        </p:nvSpPr>
        <p:spPr>
          <a:xfrm>
            <a:off x="512569" y="957014"/>
            <a:ext cx="3886387" cy="430679"/>
          </a:xfrm>
          <a:prstGeom prst="rect">
            <a:avLst/>
          </a:prstGeom>
        </p:spPr>
        <p:txBody>
          <a:bodyPr>
            <a:noAutofit/>
          </a:bodyPr>
          <a:p>
            <a:pPr marL="0" indent="0">
              <a:buNone/>
            </a:pPr>
            <a:r>
              <a:rPr lang="zh-CN" altLang="en-US" sz="2500" b="1" dirty="0" smtClean="0">
                <a:latin typeface="微软雅黑" panose="020B0503020204020204" charset="-122"/>
                <a:ea typeface="微软雅黑" panose="020B0503020204020204" charset="-122"/>
              </a:rPr>
              <a:t>一、个人综述</a:t>
            </a:r>
            <a:endParaRPr lang="zh-CN" altLang="en-US" sz="2500" b="1" dirty="0" smtClean="0">
              <a:latin typeface="微软雅黑" panose="020B0503020204020204" charset="-122"/>
              <a:ea typeface="微软雅黑" panose="020B0503020204020204" charset="-122"/>
            </a:endParaRPr>
          </a:p>
        </p:txBody>
      </p:sp>
      <p:grpSp>
        <p:nvGrpSpPr>
          <p:cNvPr id="17" name="组合 16"/>
          <p:cNvGrpSpPr/>
          <p:nvPr>
            <p:custDataLst>
              <p:tags r:id="rId1"/>
            </p:custDataLst>
          </p:nvPr>
        </p:nvGrpSpPr>
        <p:grpSpPr>
          <a:xfrm>
            <a:off x="512443" y="1743591"/>
            <a:ext cx="5295525" cy="546841"/>
            <a:chOff x="2999656" y="1916832"/>
            <a:chExt cx="6336704" cy="618849"/>
          </a:xfrm>
          <a:solidFill>
            <a:srgbClr val="00B0F0"/>
          </a:solidFill>
        </p:grpSpPr>
        <p:sp>
          <p:nvSpPr>
            <p:cNvPr id="18" name="五边形 17"/>
            <p:cNvSpPr/>
            <p:nvPr>
              <p:custDataLst>
                <p:tags r:id="rId2"/>
              </p:custDataLst>
            </p:nvPr>
          </p:nvSpPr>
          <p:spPr>
            <a:xfrm flipH="1">
              <a:off x="2999656" y="1916832"/>
              <a:ext cx="858702" cy="618849"/>
            </a:xfrm>
            <a:prstGeom prst="homePlat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r>
                <a:rPr lang="en-US" altLang="zh-CN" sz="2400" b="1" dirty="0">
                  <a:solidFill>
                    <a:srgbClr val="FFFFFF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01</a:t>
              </a:r>
              <a:endParaRPr lang="zh-CN" altLang="en-US" sz="2400" b="1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9" name="五边形 18"/>
            <p:cNvSpPr/>
            <p:nvPr>
              <p:custDataLst>
                <p:tags r:id="rId3"/>
              </p:custDataLst>
            </p:nvPr>
          </p:nvSpPr>
          <p:spPr>
            <a:xfrm flipH="1">
              <a:off x="4006126" y="1916832"/>
              <a:ext cx="4644165" cy="618849"/>
            </a:xfrm>
            <a:prstGeom prst="homePlate">
              <a:avLst>
                <a:gd name="adj" fmla="val 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r>
                <a:rPr lang="zh-CN" altLang="en-US" b="1" dirty="0" smtClean="0">
                  <a:solidFill>
                    <a:srgbClr val="FFFFFF"/>
                  </a:solidFill>
                  <a:latin typeface="微软雅黑" panose="020B0503020204020204" charset="-122"/>
                  <a:ea typeface="微软雅黑" panose="020B0503020204020204" charset="-122"/>
                </a:rPr>
                <a:t>个人简历</a:t>
              </a:r>
              <a:endParaRPr lang="zh-CN" altLang="en-US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20" name="任意多边形 19"/>
            <p:cNvSpPr/>
            <p:nvPr/>
          </p:nvSpPr>
          <p:spPr>
            <a:xfrm flipH="1">
              <a:off x="8798060" y="1916832"/>
              <a:ext cx="538300" cy="618849"/>
            </a:xfrm>
            <a:custGeom>
              <a:avLst/>
              <a:gdLst>
                <a:gd name="connsiteX0" fmla="*/ 406047 w 406047"/>
                <a:gd name="connsiteY0" fmla="*/ 0 h 504056"/>
                <a:gd name="connsiteX1" fmla="*/ 0 w 406047"/>
                <a:gd name="connsiteY1" fmla="*/ 0 h 504056"/>
                <a:gd name="connsiteX2" fmla="*/ 137728 w 406047"/>
                <a:gd name="connsiteY2" fmla="*/ 252028 h 504056"/>
                <a:gd name="connsiteX3" fmla="*/ 0 w 406047"/>
                <a:gd name="connsiteY3" fmla="*/ 504056 h 504056"/>
                <a:gd name="connsiteX4" fmla="*/ 406047 w 406047"/>
                <a:gd name="connsiteY4" fmla="*/ 504056 h 5040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06047" h="504056">
                  <a:moveTo>
                    <a:pt x="406047" y="0"/>
                  </a:moveTo>
                  <a:lnTo>
                    <a:pt x="0" y="0"/>
                  </a:lnTo>
                  <a:lnTo>
                    <a:pt x="137728" y="252028"/>
                  </a:lnTo>
                  <a:lnTo>
                    <a:pt x="0" y="504056"/>
                  </a:lnTo>
                  <a:lnTo>
                    <a:pt x="406047" y="504056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 lang="zh-CN" altLang="en-US" sz="2400" b="1">
                <a:solidFill>
                  <a:srgbClr val="FFFFFF"/>
                </a:solidFill>
              </a:endParaRPr>
            </a:p>
          </p:txBody>
        </p:sp>
      </p:grpSp>
      <p:grpSp>
        <p:nvGrpSpPr>
          <p:cNvPr id="21" name="组合 20"/>
          <p:cNvGrpSpPr/>
          <p:nvPr>
            <p:custDataLst>
              <p:tags r:id="rId4"/>
            </p:custDataLst>
          </p:nvPr>
        </p:nvGrpSpPr>
        <p:grpSpPr>
          <a:xfrm>
            <a:off x="512443" y="2761445"/>
            <a:ext cx="5295525" cy="546839"/>
            <a:chOff x="2999656" y="2890982"/>
            <a:chExt cx="6336704" cy="618847"/>
          </a:xfrm>
          <a:solidFill>
            <a:srgbClr val="00B0F0"/>
          </a:solidFill>
        </p:grpSpPr>
        <p:sp>
          <p:nvSpPr>
            <p:cNvPr id="22" name="五边形 21"/>
            <p:cNvSpPr/>
            <p:nvPr>
              <p:custDataLst>
                <p:tags r:id="rId5"/>
              </p:custDataLst>
            </p:nvPr>
          </p:nvSpPr>
          <p:spPr>
            <a:xfrm flipH="1">
              <a:off x="2999656" y="2890982"/>
              <a:ext cx="858702" cy="618847"/>
            </a:xfrm>
            <a:prstGeom prst="homePlat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r>
                <a:rPr lang="en-US" altLang="zh-CN" sz="2400" b="1" dirty="0">
                  <a:solidFill>
                    <a:srgbClr val="FFFFFF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02</a:t>
              </a:r>
              <a:endParaRPr lang="zh-CN" altLang="en-US" sz="2400" b="1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3" name="五边形 22"/>
            <p:cNvSpPr/>
            <p:nvPr>
              <p:custDataLst>
                <p:tags r:id="rId6"/>
              </p:custDataLst>
            </p:nvPr>
          </p:nvSpPr>
          <p:spPr>
            <a:xfrm flipH="1">
              <a:off x="4006126" y="2890982"/>
              <a:ext cx="4644165" cy="618847"/>
            </a:xfrm>
            <a:prstGeom prst="homePlate">
              <a:avLst>
                <a:gd name="adj" fmla="val 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r>
                <a:rPr lang="zh-CN" altLang="en-US" b="1" dirty="0" smtClean="0">
                  <a:solidFill>
                    <a:srgbClr val="FFFFFF"/>
                  </a:solidFill>
                  <a:latin typeface="微软雅黑" panose="020B0503020204020204" charset="-122"/>
                  <a:ea typeface="微软雅黑" panose="020B0503020204020204" charset="-122"/>
                </a:rPr>
                <a:t>总体评价</a:t>
              </a:r>
              <a:endParaRPr lang="zh-CN" altLang="en-US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24" name="任意多边形 23"/>
            <p:cNvSpPr/>
            <p:nvPr/>
          </p:nvSpPr>
          <p:spPr>
            <a:xfrm flipH="1">
              <a:off x="8798060" y="2890982"/>
              <a:ext cx="538300" cy="618847"/>
            </a:xfrm>
            <a:custGeom>
              <a:avLst/>
              <a:gdLst>
                <a:gd name="connsiteX0" fmla="*/ 406047 w 406047"/>
                <a:gd name="connsiteY0" fmla="*/ 0 h 504056"/>
                <a:gd name="connsiteX1" fmla="*/ 0 w 406047"/>
                <a:gd name="connsiteY1" fmla="*/ 0 h 504056"/>
                <a:gd name="connsiteX2" fmla="*/ 137728 w 406047"/>
                <a:gd name="connsiteY2" fmla="*/ 252028 h 504056"/>
                <a:gd name="connsiteX3" fmla="*/ 0 w 406047"/>
                <a:gd name="connsiteY3" fmla="*/ 504056 h 504056"/>
                <a:gd name="connsiteX4" fmla="*/ 406047 w 406047"/>
                <a:gd name="connsiteY4" fmla="*/ 504056 h 5040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06047" h="504056">
                  <a:moveTo>
                    <a:pt x="406047" y="0"/>
                  </a:moveTo>
                  <a:lnTo>
                    <a:pt x="0" y="0"/>
                  </a:lnTo>
                  <a:lnTo>
                    <a:pt x="137728" y="252028"/>
                  </a:lnTo>
                  <a:lnTo>
                    <a:pt x="0" y="504056"/>
                  </a:lnTo>
                  <a:lnTo>
                    <a:pt x="406047" y="504056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 lang="zh-CN" altLang="en-US" sz="2400" b="1">
                <a:solidFill>
                  <a:srgbClr val="FFFFFF"/>
                </a:solidFill>
              </a:endParaRPr>
            </a:p>
          </p:txBody>
        </p:sp>
      </p:grpSp>
      <p:grpSp>
        <p:nvGrpSpPr>
          <p:cNvPr id="25" name="组合 24"/>
          <p:cNvGrpSpPr/>
          <p:nvPr>
            <p:custDataLst>
              <p:tags r:id="rId7"/>
            </p:custDataLst>
          </p:nvPr>
        </p:nvGrpSpPr>
        <p:grpSpPr>
          <a:xfrm>
            <a:off x="512443" y="3779297"/>
            <a:ext cx="5295525" cy="546841"/>
            <a:chOff x="2999656" y="3865129"/>
            <a:chExt cx="6336704" cy="618849"/>
          </a:xfrm>
          <a:solidFill>
            <a:srgbClr val="00B0F0"/>
          </a:solidFill>
        </p:grpSpPr>
        <p:sp>
          <p:nvSpPr>
            <p:cNvPr id="26" name="五边形 25"/>
            <p:cNvSpPr/>
            <p:nvPr>
              <p:custDataLst>
                <p:tags r:id="rId8"/>
              </p:custDataLst>
            </p:nvPr>
          </p:nvSpPr>
          <p:spPr>
            <a:xfrm flipH="1">
              <a:off x="2999656" y="3865129"/>
              <a:ext cx="858702" cy="618849"/>
            </a:xfrm>
            <a:prstGeom prst="homePlat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r>
                <a:rPr lang="en-US" altLang="zh-CN" sz="2400" b="1">
                  <a:solidFill>
                    <a:srgbClr val="FFFFFF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03</a:t>
              </a:r>
              <a:endParaRPr lang="zh-CN" altLang="en-US" sz="2400" b="1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7" name="五边形 26"/>
            <p:cNvSpPr/>
            <p:nvPr>
              <p:custDataLst>
                <p:tags r:id="rId9"/>
              </p:custDataLst>
            </p:nvPr>
          </p:nvSpPr>
          <p:spPr>
            <a:xfrm flipH="1">
              <a:off x="4006126" y="3865129"/>
              <a:ext cx="4644165" cy="618849"/>
            </a:xfrm>
            <a:prstGeom prst="homePlate">
              <a:avLst>
                <a:gd name="adj" fmla="val 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r>
                <a:rPr lang="zh-CN" altLang="en-US" b="1" dirty="0" smtClean="0">
                  <a:solidFill>
                    <a:srgbClr val="FFFFFF"/>
                  </a:solidFill>
                  <a:latin typeface="微软雅黑" panose="020B0503020204020204" charset="-122"/>
                  <a:ea typeface="微软雅黑" panose="020B0503020204020204" charset="-122"/>
                </a:rPr>
                <a:t>存在改进机会点</a:t>
              </a:r>
              <a:endParaRPr lang="zh-CN" altLang="en-US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28" name="任意多边形 27"/>
            <p:cNvSpPr/>
            <p:nvPr/>
          </p:nvSpPr>
          <p:spPr>
            <a:xfrm flipH="1">
              <a:off x="8798060" y="3865129"/>
              <a:ext cx="538300" cy="618849"/>
            </a:xfrm>
            <a:custGeom>
              <a:avLst/>
              <a:gdLst>
                <a:gd name="connsiteX0" fmla="*/ 406047 w 406047"/>
                <a:gd name="connsiteY0" fmla="*/ 0 h 504056"/>
                <a:gd name="connsiteX1" fmla="*/ 0 w 406047"/>
                <a:gd name="connsiteY1" fmla="*/ 0 h 504056"/>
                <a:gd name="connsiteX2" fmla="*/ 137728 w 406047"/>
                <a:gd name="connsiteY2" fmla="*/ 252028 h 504056"/>
                <a:gd name="connsiteX3" fmla="*/ 0 w 406047"/>
                <a:gd name="connsiteY3" fmla="*/ 504056 h 504056"/>
                <a:gd name="connsiteX4" fmla="*/ 406047 w 406047"/>
                <a:gd name="connsiteY4" fmla="*/ 504056 h 5040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06047" h="504056">
                  <a:moveTo>
                    <a:pt x="406047" y="0"/>
                  </a:moveTo>
                  <a:lnTo>
                    <a:pt x="0" y="0"/>
                  </a:lnTo>
                  <a:lnTo>
                    <a:pt x="137728" y="252028"/>
                  </a:lnTo>
                  <a:lnTo>
                    <a:pt x="0" y="504056"/>
                  </a:lnTo>
                  <a:lnTo>
                    <a:pt x="406047" y="504056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 lang="zh-CN" altLang="en-US" sz="2400" b="1">
                <a:solidFill>
                  <a:srgbClr val="FFFFFF"/>
                </a:solidFill>
              </a:endParaRPr>
            </a:p>
          </p:txBody>
        </p:sp>
      </p:grpSp>
      <p:grpSp>
        <p:nvGrpSpPr>
          <p:cNvPr id="29" name="组合 28"/>
          <p:cNvGrpSpPr/>
          <p:nvPr>
            <p:custDataLst>
              <p:tags r:id="rId10"/>
            </p:custDataLst>
          </p:nvPr>
        </p:nvGrpSpPr>
        <p:grpSpPr>
          <a:xfrm>
            <a:off x="512443" y="4797152"/>
            <a:ext cx="5295525" cy="546839"/>
            <a:chOff x="2999656" y="4839280"/>
            <a:chExt cx="6336704" cy="618847"/>
          </a:xfrm>
          <a:solidFill>
            <a:srgbClr val="00B0F0"/>
          </a:solidFill>
        </p:grpSpPr>
        <p:sp>
          <p:nvSpPr>
            <p:cNvPr id="30" name="五边形 29"/>
            <p:cNvSpPr/>
            <p:nvPr>
              <p:custDataLst>
                <p:tags r:id="rId11"/>
              </p:custDataLst>
            </p:nvPr>
          </p:nvSpPr>
          <p:spPr>
            <a:xfrm flipH="1">
              <a:off x="2999656" y="4839280"/>
              <a:ext cx="858702" cy="618847"/>
            </a:xfrm>
            <a:prstGeom prst="homePlat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r>
                <a:rPr lang="en-US" altLang="zh-CN" sz="2400" b="1" dirty="0">
                  <a:solidFill>
                    <a:srgbClr val="FFFFFF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04</a:t>
              </a:r>
              <a:endParaRPr lang="zh-CN" altLang="en-US" sz="2400" b="1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" name="五边形 30"/>
            <p:cNvSpPr/>
            <p:nvPr>
              <p:custDataLst>
                <p:tags r:id="rId12"/>
              </p:custDataLst>
            </p:nvPr>
          </p:nvSpPr>
          <p:spPr>
            <a:xfrm flipH="1">
              <a:off x="4006126" y="4839280"/>
              <a:ext cx="4644165" cy="618847"/>
            </a:xfrm>
            <a:prstGeom prst="homePlate">
              <a:avLst>
                <a:gd name="adj" fmla="val 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r>
                <a:rPr lang="zh-CN" altLang="en-US" b="1" dirty="0" smtClean="0">
                  <a:solidFill>
                    <a:srgbClr val="FFFFFF"/>
                  </a:solidFill>
                  <a:latin typeface="微软雅黑" panose="020B0503020204020204" charset="-122"/>
                  <a:ea typeface="微软雅黑" panose="020B0503020204020204" charset="-122"/>
                </a:rPr>
                <a:t>自我发展需求</a:t>
              </a:r>
              <a:endParaRPr lang="zh-CN" altLang="en-US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32" name="任意多边形 31"/>
            <p:cNvSpPr/>
            <p:nvPr/>
          </p:nvSpPr>
          <p:spPr>
            <a:xfrm flipH="1">
              <a:off x="8798060" y="4839280"/>
              <a:ext cx="538300" cy="618847"/>
            </a:xfrm>
            <a:custGeom>
              <a:avLst/>
              <a:gdLst>
                <a:gd name="connsiteX0" fmla="*/ 406047 w 406047"/>
                <a:gd name="connsiteY0" fmla="*/ 0 h 504056"/>
                <a:gd name="connsiteX1" fmla="*/ 0 w 406047"/>
                <a:gd name="connsiteY1" fmla="*/ 0 h 504056"/>
                <a:gd name="connsiteX2" fmla="*/ 137728 w 406047"/>
                <a:gd name="connsiteY2" fmla="*/ 252028 h 504056"/>
                <a:gd name="connsiteX3" fmla="*/ 0 w 406047"/>
                <a:gd name="connsiteY3" fmla="*/ 504056 h 504056"/>
                <a:gd name="connsiteX4" fmla="*/ 406047 w 406047"/>
                <a:gd name="connsiteY4" fmla="*/ 504056 h 5040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06047" h="504056">
                  <a:moveTo>
                    <a:pt x="406047" y="0"/>
                  </a:moveTo>
                  <a:lnTo>
                    <a:pt x="0" y="0"/>
                  </a:lnTo>
                  <a:lnTo>
                    <a:pt x="137728" y="252028"/>
                  </a:lnTo>
                  <a:lnTo>
                    <a:pt x="0" y="504056"/>
                  </a:lnTo>
                  <a:lnTo>
                    <a:pt x="406047" y="504056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 lang="zh-CN" altLang="en-US" sz="2400" b="1">
                <a:solidFill>
                  <a:srgbClr val="FFFFFF"/>
                </a:solidFill>
              </a:endParaRP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文本占位符 3"/>
          <p:cNvSpPr>
            <a:spLocks noGrp="1"/>
          </p:cNvSpPr>
          <p:nvPr>
            <p:ph type="body" sz="quarter" idx="4294967295"/>
          </p:nvPr>
        </p:nvSpPr>
        <p:spPr>
          <a:xfrm>
            <a:off x="511525" y="853176"/>
            <a:ext cx="5872507" cy="430679"/>
          </a:xfrm>
          <a:prstGeom prst="rect">
            <a:avLst/>
          </a:prstGeom>
        </p:spPr>
        <p:txBody>
          <a:bodyPr>
            <a:noAutofit/>
          </a:bodyPr>
          <a:p>
            <a:pPr marL="0" indent="0">
              <a:buNone/>
            </a:pPr>
            <a:r>
              <a:rPr lang="zh-CN" altLang="en-US" b="1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二、</a:t>
            </a:r>
            <a:r>
              <a:rPr lang="zh-CN" altLang="en-US" b="1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试用期工作目标及成果罗列</a:t>
            </a:r>
            <a:endParaRPr lang="zh-CN" altLang="en-US" b="1" dirty="0">
              <a:solidFill>
                <a:schemeClr val="bg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623570" y="1690370"/>
            <a:ext cx="10673715" cy="4615815"/>
          </a:xfrm>
          <a:prstGeom prst="rect">
            <a:avLst/>
          </a:prstGeom>
        </p:spPr>
        <p:txBody>
          <a:bodyPr wrap="square">
            <a:spAutoFit/>
          </a:bodyPr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zh-CN" altLang="en-US" sz="2000" b="1" dirty="0" smtClean="0">
                <a:solidFill>
                  <a:srgbClr val="FF0000"/>
                </a:solidFill>
                <a:latin typeface="微软雅黑" panose="020B0503020204020204" charset="-122"/>
                <a:ea typeface="微软雅黑" panose="020B0503020204020204" charset="-122"/>
                <a:cs typeface="Times New Roman" panose="02020603050405020304" pitchFamily="18" charset="0"/>
              </a:rPr>
              <a:t>罗列</a:t>
            </a:r>
            <a:r>
              <a:rPr lang="zh-CN" altLang="en-US" sz="2000" b="1" dirty="0" smtClean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  <a:cs typeface="Times New Roman" panose="02020603050405020304" pitchFamily="18" charset="0"/>
              </a:rPr>
              <a:t>出几个</a:t>
            </a:r>
            <a:r>
              <a:rPr lang="zh-CN" altLang="en-US" sz="2000" b="1" dirty="0" smtClean="0">
                <a:solidFill>
                  <a:srgbClr val="FF0000"/>
                </a:solidFill>
                <a:latin typeface="微软雅黑" panose="020B0503020204020204" charset="-122"/>
                <a:ea typeface="微软雅黑" panose="020B0503020204020204" charset="-122"/>
                <a:cs typeface="Times New Roman" panose="02020603050405020304" pitchFamily="18" charset="0"/>
              </a:rPr>
              <a:t>成果要点</a:t>
            </a:r>
            <a:endParaRPr lang="en-US" altLang="zh-CN" sz="2000" b="1" dirty="0" smtClean="0">
              <a:solidFill>
                <a:srgbClr val="FF0000"/>
              </a:solidFill>
              <a:latin typeface="微软雅黑" panose="020B0503020204020204" charset="-122"/>
              <a:ea typeface="微软雅黑" panose="020B0503020204020204" charset="-122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zh-CN" altLang="en-US" sz="2000" dirty="0" smtClean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建议</a:t>
            </a:r>
            <a:r>
              <a:rPr lang="zh-CN" altLang="en-US" sz="2000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要点不宜太多，</a:t>
            </a:r>
            <a:r>
              <a:rPr lang="en-US" altLang="zh-CN" sz="2000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8</a:t>
            </a:r>
            <a:r>
              <a:rPr lang="zh-CN" altLang="en-US" sz="2000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个</a:t>
            </a:r>
            <a:r>
              <a:rPr lang="zh-CN" altLang="en-US" sz="2000" dirty="0" smtClean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以内</a:t>
            </a:r>
            <a:endParaRPr lang="en-US" altLang="zh-CN" sz="2000" dirty="0" smtClean="0">
              <a:solidFill>
                <a:schemeClr val="bg1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>
              <a:lnSpc>
                <a:spcPct val="150000"/>
              </a:lnSpc>
            </a:pPr>
            <a:endParaRPr lang="en-US" altLang="zh-CN" sz="2000" dirty="0">
              <a:solidFill>
                <a:schemeClr val="bg1"/>
              </a:solidFill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zh-CN" altLang="en-US" sz="2000" b="1" dirty="0" smtClean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  <a:cs typeface="Times New Roman" panose="02020603050405020304" pitchFamily="18" charset="0"/>
              </a:rPr>
              <a:t>重点工作成果展开呈现</a:t>
            </a:r>
            <a:endParaRPr lang="en-US" altLang="zh-CN" sz="2000" b="1" dirty="0" smtClean="0">
              <a:solidFill>
                <a:schemeClr val="bg1"/>
              </a:solidFill>
              <a:latin typeface="微软雅黑" panose="020B0503020204020204" charset="-122"/>
              <a:ea typeface="微软雅黑" panose="020B0503020204020204" charset="-122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zh-CN" altLang="en-US" sz="2000" dirty="0">
                <a:solidFill>
                  <a:srgbClr val="FF0000"/>
                </a:solidFill>
                <a:latin typeface="微软雅黑" panose="020B0503020204020204" charset="-122"/>
                <a:ea typeface="微软雅黑" panose="020B0503020204020204" charset="-122"/>
              </a:rPr>
              <a:t>把</a:t>
            </a:r>
            <a:r>
              <a:rPr lang="zh-CN" altLang="en-US" sz="2000" b="1" dirty="0">
                <a:solidFill>
                  <a:srgbClr val="FF0000"/>
                </a:solidFill>
                <a:latin typeface="微软雅黑" panose="020B0503020204020204" charset="-122"/>
                <a:ea typeface="微软雅黑" panose="020B0503020204020204" charset="-122"/>
              </a:rPr>
              <a:t>成果要点展开</a:t>
            </a:r>
            <a:r>
              <a:rPr lang="zh-CN" altLang="en-US" sz="2000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：具体做了什么，实现了什么</a:t>
            </a:r>
            <a:r>
              <a:rPr lang="zh-CN" altLang="en-US" sz="2000" dirty="0" smtClean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成果。</a:t>
            </a:r>
            <a:endParaRPr lang="en-US" altLang="zh-CN" sz="2000" dirty="0" smtClean="0">
              <a:solidFill>
                <a:schemeClr val="bg1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>
              <a:lnSpc>
                <a:spcPct val="150000"/>
              </a:lnSpc>
            </a:pPr>
            <a:r>
              <a:rPr lang="zh-CN" altLang="en-US" sz="2000" dirty="0" smtClean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可以</a:t>
            </a:r>
            <a:r>
              <a:rPr lang="zh-CN" altLang="en-US" sz="2000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是具体</a:t>
            </a:r>
            <a:r>
              <a:rPr lang="zh-CN" altLang="en-US" sz="2000" dirty="0" smtClean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数字，可以</a:t>
            </a:r>
            <a:r>
              <a:rPr lang="zh-CN" altLang="en-US" sz="2000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是出了什么制度、流程、杂志、策划了什么活动</a:t>
            </a:r>
            <a:r>
              <a:rPr lang="zh-CN" altLang="en-US" sz="2000" dirty="0" smtClean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等，也</a:t>
            </a:r>
            <a:r>
              <a:rPr lang="zh-CN" altLang="en-US" sz="2000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可以附上</a:t>
            </a:r>
            <a:r>
              <a:rPr lang="zh-CN" altLang="en-US" sz="2000" dirty="0" smtClean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图片</a:t>
            </a:r>
            <a:endParaRPr lang="en-US" altLang="zh-CN" sz="2000" dirty="0" smtClean="0">
              <a:solidFill>
                <a:schemeClr val="bg1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>
              <a:lnSpc>
                <a:spcPct val="150000"/>
              </a:lnSpc>
            </a:pPr>
            <a:endParaRPr lang="en-US" altLang="zh-CN" sz="2000" dirty="0">
              <a:solidFill>
                <a:schemeClr val="bg1"/>
              </a:solidFill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zh-CN" altLang="en-US" sz="2000" b="1" dirty="0">
                <a:solidFill>
                  <a:srgbClr val="FF0000"/>
                </a:solidFill>
                <a:latin typeface="微软雅黑" panose="020B0503020204020204" charset="-122"/>
                <a:ea typeface="微软雅黑" panose="020B0503020204020204" charset="-122"/>
                <a:cs typeface="Times New Roman" panose="02020603050405020304" pitchFamily="18" charset="0"/>
              </a:rPr>
              <a:t>有些成果，能够同时展现</a:t>
            </a:r>
            <a:r>
              <a:rPr lang="en-US" altLang="zh-CN" sz="2000" b="1" dirty="0">
                <a:solidFill>
                  <a:srgbClr val="FF0000"/>
                </a:solidFill>
                <a:latin typeface="微软雅黑" panose="020B0503020204020204" charset="-122"/>
                <a:ea typeface="微软雅黑" panose="020B0503020204020204" charset="-122"/>
                <a:cs typeface="Times New Roman" panose="02020603050405020304" pitchFamily="18" charset="0"/>
              </a:rPr>
              <a:t>5</a:t>
            </a:r>
            <a:r>
              <a:rPr lang="zh-CN" altLang="en-US" sz="2000" b="1" dirty="0">
                <a:solidFill>
                  <a:srgbClr val="FF0000"/>
                </a:solidFill>
                <a:latin typeface="微软雅黑" panose="020B0503020204020204" charset="-122"/>
                <a:ea typeface="微软雅黑" panose="020B0503020204020204" charset="-122"/>
                <a:cs typeface="Times New Roman" panose="02020603050405020304" pitchFamily="18" charset="0"/>
              </a:rPr>
              <a:t>大能力中的几项</a:t>
            </a:r>
            <a:r>
              <a:rPr lang="zh-CN" altLang="en-US" sz="2000" b="1" dirty="0" smtClean="0">
                <a:solidFill>
                  <a:srgbClr val="FF0000"/>
                </a:solidFill>
                <a:latin typeface="微软雅黑" panose="020B0503020204020204" charset="-122"/>
                <a:ea typeface="微软雅黑" panose="020B0503020204020204" charset="-122"/>
                <a:cs typeface="Times New Roman" panose="02020603050405020304" pitchFamily="18" charset="0"/>
              </a:rPr>
              <a:t>，在</a:t>
            </a:r>
            <a:r>
              <a:rPr lang="zh-CN" altLang="en-US" sz="2000" b="1" dirty="0">
                <a:solidFill>
                  <a:srgbClr val="FF0000"/>
                </a:solidFill>
                <a:latin typeface="微软雅黑" panose="020B0503020204020204" charset="-122"/>
                <a:ea typeface="微软雅黑" panose="020B0503020204020204" charset="-122"/>
                <a:cs typeface="Times New Roman" panose="02020603050405020304" pitchFamily="18" charset="0"/>
              </a:rPr>
              <a:t>此处提炼总结即可，不需详细展开，在进行</a:t>
            </a:r>
            <a:r>
              <a:rPr lang="en-US" altLang="zh-CN" sz="2000" b="1" dirty="0">
                <a:solidFill>
                  <a:srgbClr val="FF0000"/>
                </a:solidFill>
                <a:latin typeface="微软雅黑" panose="020B0503020204020204" charset="-122"/>
                <a:ea typeface="微软雅黑" panose="020B0503020204020204" charset="-122"/>
                <a:cs typeface="Times New Roman" panose="02020603050405020304" pitchFamily="18" charset="0"/>
              </a:rPr>
              <a:t>5</a:t>
            </a:r>
            <a:r>
              <a:rPr lang="zh-CN" altLang="en-US" sz="2000" b="1" dirty="0">
                <a:solidFill>
                  <a:srgbClr val="FF0000"/>
                </a:solidFill>
                <a:latin typeface="微软雅黑" panose="020B0503020204020204" charset="-122"/>
                <a:ea typeface="微软雅黑" panose="020B0503020204020204" charset="-122"/>
                <a:cs typeface="Times New Roman" panose="02020603050405020304" pitchFamily="18" charset="0"/>
              </a:rPr>
              <a:t>大能力自评时进行呈现。</a:t>
            </a:r>
            <a:endParaRPr lang="en-US" altLang="zh-CN" sz="2000" b="1" dirty="0">
              <a:solidFill>
                <a:srgbClr val="FF0000"/>
              </a:solidFill>
              <a:latin typeface="微软雅黑" panose="020B0503020204020204" charset="-122"/>
              <a:ea typeface="微软雅黑" panose="020B0503020204020204" charset="-122"/>
              <a:cs typeface="Times New Roman" panose="02020603050405020304" pitchFamily="18" charset="0"/>
            </a:endParaRPr>
          </a:p>
          <a:p>
            <a:pPr>
              <a:lnSpc>
                <a:spcPct val="120000"/>
              </a:lnSpc>
            </a:pPr>
            <a:endParaRPr lang="en-US" altLang="zh-CN" sz="2000" b="1" dirty="0">
              <a:solidFill>
                <a:srgbClr val="FF0000"/>
              </a:solidFill>
              <a:latin typeface="微软雅黑" panose="020B0503020204020204" charset="-122"/>
              <a:ea typeface="微软雅黑" panose="020B0503020204020204" charset="-122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aphicFrame>
        <p:nvGraphicFramePr>
          <p:cNvPr id="4" name="Group 68"/>
          <p:cNvGraphicFramePr/>
          <p:nvPr>
            <p:custDataLst>
              <p:tags r:id="rId1"/>
            </p:custDataLst>
          </p:nvPr>
        </p:nvGraphicFramePr>
        <p:xfrm>
          <a:off x="550545" y="1412875"/>
          <a:ext cx="5186045" cy="3933190"/>
        </p:xfrm>
        <a:graphic>
          <a:graphicData uri="http://schemas.openxmlformats.org/drawingml/2006/table">
            <a:tbl>
              <a:tblPr firstRow="1" firstCol="1">
                <a:tableStyleId>{81737C0E-AEBB-4A5D-9132-5AE929D4473D}</a:tableStyleId>
              </a:tblPr>
              <a:tblGrid>
                <a:gridCol w="2792095"/>
                <a:gridCol w="1196975"/>
                <a:gridCol w="1196975"/>
              </a:tblGrid>
              <a:tr h="731520"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buFont typeface="Arial" panose="020B0604020202020204" pitchFamily="34" charset="0"/>
                        <a:defRPr kumimoji="1" sz="2800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1pPr>
                      <a:lvl2pPr marL="742950" indent="-285750">
                        <a:spcBef>
                          <a:spcPct val="20000"/>
                        </a:spcBef>
                        <a:buFont typeface="Arial" panose="020B0604020202020204" pitchFamily="34" charset="0"/>
                        <a:defRPr kumimoji="1" sz="2400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2pPr>
                      <a:lvl3pPr marL="1143000" indent="-228600">
                        <a:spcBef>
                          <a:spcPct val="20000"/>
                        </a:spcBef>
                        <a:buFont typeface="Arial" panose="020B0604020202020204" pitchFamily="34" charset="0"/>
                        <a:defRPr kumimoji="1" sz="2000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3pPr>
                      <a:lvl4pPr marL="1600200" indent="-228600">
                        <a:spcBef>
                          <a:spcPct val="20000"/>
                        </a:spcBef>
                        <a:buFont typeface="Arial" panose="020B0604020202020204" pitchFamily="34" charset="0"/>
                        <a:defRPr kumimoji="1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4pPr>
                      <a:lvl5pPr marL="2057400" indent="-228600">
                        <a:spcBef>
                          <a:spcPct val="20000"/>
                        </a:spcBef>
                        <a:buFont typeface="Arial" panose="020B0604020202020204" pitchFamily="34" charset="0"/>
                        <a:defRPr kumimoji="1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kumimoji="1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kumimoji="1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kumimoji="1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kumimoji="1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zh-CN" altLang="en-US" sz="2400" u="none" strike="noStrike" cap="none" normalizeH="0" baseline="0" dirty="0" smtClean="0">
                          <a:ln>
                            <a:noFill/>
                          </a:ln>
                          <a:effectLst/>
                        </a:rPr>
                        <a:t>关键绩效行为</a:t>
                      </a:r>
                      <a:endParaRPr kumimoji="0" lang="zh-CN" altLang="en-US" sz="2400" u="none" strike="noStrike" cap="none" normalizeH="0" baseline="0" dirty="0" smtClean="0">
                        <a:ln>
                          <a:noFill/>
                        </a:ln>
                        <a:effectLst/>
                      </a:endParaRPr>
                    </a:p>
                  </a:txBody>
                  <a:tcPr marL="91435" marR="91435" marT="45725" marB="45725" anchor="ctr" horzOverflow="overflow"/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buFont typeface="Arial" panose="020B0604020202020204" pitchFamily="34" charset="0"/>
                        <a:defRPr kumimoji="1" sz="2800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1pPr>
                      <a:lvl2pPr marL="742950" indent="-285750">
                        <a:spcBef>
                          <a:spcPct val="20000"/>
                        </a:spcBef>
                        <a:buFont typeface="Arial" panose="020B0604020202020204" pitchFamily="34" charset="0"/>
                        <a:defRPr kumimoji="1" sz="2400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2pPr>
                      <a:lvl3pPr marL="1143000" indent="-228600">
                        <a:spcBef>
                          <a:spcPct val="20000"/>
                        </a:spcBef>
                        <a:buFont typeface="Arial" panose="020B0604020202020204" pitchFamily="34" charset="0"/>
                        <a:defRPr kumimoji="1" sz="2000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3pPr>
                      <a:lvl4pPr marL="1600200" indent="-228600">
                        <a:spcBef>
                          <a:spcPct val="20000"/>
                        </a:spcBef>
                        <a:buFont typeface="Arial" panose="020B0604020202020204" pitchFamily="34" charset="0"/>
                        <a:defRPr kumimoji="1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4pPr>
                      <a:lvl5pPr marL="2057400" indent="-228600">
                        <a:spcBef>
                          <a:spcPct val="20000"/>
                        </a:spcBef>
                        <a:buFont typeface="Arial" panose="020B0604020202020204" pitchFamily="34" charset="0"/>
                        <a:defRPr kumimoji="1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kumimoji="1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kumimoji="1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kumimoji="1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kumimoji="1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zh-CN" altLang="en-US" sz="2400" u="none" strike="noStrike" cap="none" normalizeH="0" baseline="0" smtClean="0">
                          <a:ln>
                            <a:noFill/>
                          </a:ln>
                          <a:effectLst/>
                        </a:rPr>
                        <a:t>杰出</a:t>
                      </a:r>
                      <a:endParaRPr kumimoji="0" lang="zh-CN" altLang="en-US" sz="2400" u="none" strike="noStrike" cap="none" normalizeH="0" baseline="0" smtClean="0">
                        <a:ln>
                          <a:noFill/>
                        </a:ln>
                        <a:effectLst/>
                      </a:endParaRPr>
                    </a:p>
                  </a:txBody>
                  <a:tcPr marL="91435" marR="91435" marT="45725" marB="45725" anchor="ctr" horzOverflow="overflow"/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buFont typeface="Arial" panose="020B0604020202020204" pitchFamily="34" charset="0"/>
                        <a:defRPr kumimoji="1" sz="2800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1pPr>
                      <a:lvl2pPr marL="742950" indent="-285750">
                        <a:spcBef>
                          <a:spcPct val="20000"/>
                        </a:spcBef>
                        <a:buFont typeface="Arial" panose="020B0604020202020204" pitchFamily="34" charset="0"/>
                        <a:defRPr kumimoji="1" sz="2400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2pPr>
                      <a:lvl3pPr marL="1143000" indent="-228600">
                        <a:spcBef>
                          <a:spcPct val="20000"/>
                        </a:spcBef>
                        <a:buFont typeface="Arial" panose="020B0604020202020204" pitchFamily="34" charset="0"/>
                        <a:defRPr kumimoji="1" sz="2000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3pPr>
                      <a:lvl4pPr marL="1600200" indent="-228600">
                        <a:spcBef>
                          <a:spcPct val="20000"/>
                        </a:spcBef>
                        <a:buFont typeface="Arial" panose="020B0604020202020204" pitchFamily="34" charset="0"/>
                        <a:defRPr kumimoji="1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4pPr>
                      <a:lvl5pPr marL="2057400" indent="-228600">
                        <a:spcBef>
                          <a:spcPct val="20000"/>
                        </a:spcBef>
                        <a:buFont typeface="Arial" panose="020B0604020202020204" pitchFamily="34" charset="0"/>
                        <a:defRPr kumimoji="1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kumimoji="1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kumimoji="1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kumimoji="1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kumimoji="1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zh-CN" altLang="en-US" sz="2400" u="none" strike="noStrike" cap="none" normalizeH="0" baseline="0" smtClean="0">
                          <a:ln>
                            <a:noFill/>
                          </a:ln>
                          <a:effectLst/>
                        </a:rPr>
                        <a:t>良好</a:t>
                      </a:r>
                      <a:endParaRPr kumimoji="0" lang="zh-CN" altLang="en-US" sz="2400" u="none" strike="noStrike" cap="none" normalizeH="0" baseline="0" smtClean="0">
                        <a:ln>
                          <a:noFill/>
                        </a:ln>
                        <a:effectLst/>
                      </a:endParaRPr>
                    </a:p>
                  </a:txBody>
                  <a:tcPr marL="91435" marR="91435" marT="45725" marB="45725" anchor="ctr" horzOverflow="overflow"/>
                </a:tc>
              </a:tr>
              <a:tr h="640715"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buFont typeface="Arial" panose="020B0604020202020204" pitchFamily="34" charset="0"/>
                        <a:defRPr kumimoji="1" sz="2800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1pPr>
                      <a:lvl2pPr marL="742950" indent="-285750">
                        <a:spcBef>
                          <a:spcPct val="20000"/>
                        </a:spcBef>
                        <a:buFont typeface="Arial" panose="020B0604020202020204" pitchFamily="34" charset="0"/>
                        <a:defRPr kumimoji="1" sz="2400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2pPr>
                      <a:lvl3pPr marL="1143000" indent="-228600">
                        <a:spcBef>
                          <a:spcPct val="20000"/>
                        </a:spcBef>
                        <a:buFont typeface="Arial" panose="020B0604020202020204" pitchFamily="34" charset="0"/>
                        <a:defRPr kumimoji="1" sz="2000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3pPr>
                      <a:lvl4pPr marL="1600200" indent="-228600">
                        <a:spcBef>
                          <a:spcPct val="20000"/>
                        </a:spcBef>
                        <a:buFont typeface="Arial" panose="020B0604020202020204" pitchFamily="34" charset="0"/>
                        <a:defRPr kumimoji="1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4pPr>
                      <a:lvl5pPr marL="2057400" indent="-228600">
                        <a:spcBef>
                          <a:spcPct val="20000"/>
                        </a:spcBef>
                        <a:buFont typeface="Arial" panose="020B0604020202020204" pitchFamily="34" charset="0"/>
                        <a:defRPr kumimoji="1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kumimoji="1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kumimoji="1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kumimoji="1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kumimoji="1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zh-CN" altLang="en-US" sz="2400" u="none" strike="noStrike" cap="none" normalizeH="0" baseline="0" dirty="0" smtClean="0">
                          <a:ln>
                            <a:noFill/>
                          </a:ln>
                          <a:effectLst/>
                        </a:rPr>
                        <a:t>高效</a:t>
                      </a:r>
                      <a:endParaRPr kumimoji="0" lang="zh-CN" altLang="en-US" sz="2400" u="none" strike="noStrike" cap="none" normalizeH="0" baseline="0" dirty="0" smtClean="0">
                        <a:ln>
                          <a:noFill/>
                        </a:ln>
                        <a:effectLst/>
                      </a:endParaRPr>
                    </a:p>
                  </a:txBody>
                  <a:tcPr marL="91435" marR="91435" marT="45725" marB="45725" anchor="ctr" horzOverflow="overflow"/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buFont typeface="Arial" panose="020B0604020202020204" pitchFamily="34" charset="0"/>
                        <a:defRPr kumimoji="1" sz="2800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1pPr>
                      <a:lvl2pPr marL="742950" indent="-285750">
                        <a:spcBef>
                          <a:spcPct val="20000"/>
                        </a:spcBef>
                        <a:buFont typeface="Arial" panose="020B0604020202020204" pitchFamily="34" charset="0"/>
                        <a:defRPr kumimoji="1" sz="2400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2pPr>
                      <a:lvl3pPr marL="1143000" indent="-228600">
                        <a:spcBef>
                          <a:spcPct val="20000"/>
                        </a:spcBef>
                        <a:buFont typeface="Arial" panose="020B0604020202020204" pitchFamily="34" charset="0"/>
                        <a:defRPr kumimoji="1" sz="2000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3pPr>
                      <a:lvl4pPr marL="1600200" indent="-228600">
                        <a:spcBef>
                          <a:spcPct val="20000"/>
                        </a:spcBef>
                        <a:buFont typeface="Arial" panose="020B0604020202020204" pitchFamily="34" charset="0"/>
                        <a:defRPr kumimoji="1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4pPr>
                      <a:lvl5pPr marL="2057400" indent="-228600">
                        <a:spcBef>
                          <a:spcPct val="20000"/>
                        </a:spcBef>
                        <a:buFont typeface="Arial" panose="020B0604020202020204" pitchFamily="34" charset="0"/>
                        <a:defRPr kumimoji="1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kumimoji="1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kumimoji="1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kumimoji="1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kumimoji="1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0" lang="zh-CN" altLang="en-US" sz="2400" u="none" strike="noStrike" cap="none" normalizeH="0" baseline="0" dirty="0" smtClean="0">
                          <a:ln>
                            <a:noFill/>
                          </a:ln>
                          <a:effectLst/>
                        </a:rPr>
                        <a:t>√</a:t>
                      </a:r>
                      <a:endParaRPr kumimoji="0" lang="zh-CN" altLang="en-US" sz="2400" u="none" strike="noStrike" cap="none" normalizeH="0" baseline="0" dirty="0" smtClean="0">
                        <a:ln>
                          <a:noFill/>
                        </a:ln>
                        <a:effectLst/>
                      </a:endParaRPr>
                    </a:p>
                  </a:txBody>
                  <a:tcPr marL="91435" marR="91435" marT="45725" marB="45725" anchor="ctr" horzOverflow="overflow"/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buFont typeface="Arial" panose="020B0604020202020204" pitchFamily="34" charset="0"/>
                        <a:defRPr kumimoji="1" sz="2800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1pPr>
                      <a:lvl2pPr marL="742950" indent="-285750">
                        <a:spcBef>
                          <a:spcPct val="20000"/>
                        </a:spcBef>
                        <a:buFont typeface="Arial" panose="020B0604020202020204" pitchFamily="34" charset="0"/>
                        <a:defRPr kumimoji="1" sz="2400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2pPr>
                      <a:lvl3pPr marL="1143000" indent="-228600">
                        <a:spcBef>
                          <a:spcPct val="20000"/>
                        </a:spcBef>
                        <a:buFont typeface="Arial" panose="020B0604020202020204" pitchFamily="34" charset="0"/>
                        <a:defRPr kumimoji="1" sz="2000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3pPr>
                      <a:lvl4pPr marL="1600200" indent="-228600">
                        <a:spcBef>
                          <a:spcPct val="20000"/>
                        </a:spcBef>
                        <a:buFont typeface="Arial" panose="020B0604020202020204" pitchFamily="34" charset="0"/>
                        <a:defRPr kumimoji="1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4pPr>
                      <a:lvl5pPr marL="2057400" indent="-228600">
                        <a:spcBef>
                          <a:spcPct val="20000"/>
                        </a:spcBef>
                        <a:buFont typeface="Arial" panose="020B0604020202020204" pitchFamily="34" charset="0"/>
                        <a:defRPr kumimoji="1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kumimoji="1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kumimoji="1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kumimoji="1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kumimoji="1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endParaRPr kumimoji="0" lang="zh-CN" altLang="en-US" sz="2400" u="none" strike="noStrike" cap="none" normalizeH="0" baseline="0" smtClean="0">
                        <a:ln>
                          <a:noFill/>
                        </a:ln>
                        <a:effectLst/>
                      </a:endParaRPr>
                    </a:p>
                  </a:txBody>
                  <a:tcPr marL="91435" marR="91435" marT="45725" marB="45725" anchor="ctr" horzOverflow="overflow"/>
                </a:tc>
              </a:tr>
              <a:tr h="640080"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buFont typeface="Arial" panose="020B0604020202020204" pitchFamily="34" charset="0"/>
                        <a:defRPr kumimoji="1" sz="2800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1pPr>
                      <a:lvl2pPr marL="742950" indent="-285750">
                        <a:spcBef>
                          <a:spcPct val="20000"/>
                        </a:spcBef>
                        <a:buFont typeface="Arial" panose="020B0604020202020204" pitchFamily="34" charset="0"/>
                        <a:defRPr kumimoji="1" sz="2400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2pPr>
                      <a:lvl3pPr marL="1143000" indent="-228600">
                        <a:spcBef>
                          <a:spcPct val="20000"/>
                        </a:spcBef>
                        <a:buFont typeface="Arial" panose="020B0604020202020204" pitchFamily="34" charset="0"/>
                        <a:defRPr kumimoji="1" sz="2000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3pPr>
                      <a:lvl4pPr marL="1600200" indent="-228600">
                        <a:spcBef>
                          <a:spcPct val="20000"/>
                        </a:spcBef>
                        <a:buFont typeface="Arial" panose="020B0604020202020204" pitchFamily="34" charset="0"/>
                        <a:defRPr kumimoji="1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4pPr>
                      <a:lvl5pPr marL="2057400" indent="-228600">
                        <a:spcBef>
                          <a:spcPct val="20000"/>
                        </a:spcBef>
                        <a:buFont typeface="Arial" panose="020B0604020202020204" pitchFamily="34" charset="0"/>
                        <a:defRPr kumimoji="1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kumimoji="1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kumimoji="1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kumimoji="1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kumimoji="1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zh-CN" altLang="en-US" sz="2400" u="none" strike="noStrike" cap="none" normalizeH="0" baseline="0" dirty="0" smtClean="0">
                          <a:ln>
                            <a:noFill/>
                          </a:ln>
                          <a:effectLst/>
                        </a:rPr>
                        <a:t>谦逊</a:t>
                      </a:r>
                      <a:endParaRPr kumimoji="0" lang="zh-CN" altLang="en-US" sz="2400" u="none" strike="noStrike" cap="none" normalizeH="0" baseline="0" dirty="0" smtClean="0">
                        <a:ln>
                          <a:noFill/>
                        </a:ln>
                        <a:effectLst/>
                      </a:endParaRPr>
                    </a:p>
                  </a:txBody>
                  <a:tcPr marL="91435" marR="91435" marT="45725" marB="45725" anchor="ctr" horzOverflow="overflow"/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buFont typeface="Arial" panose="020B0604020202020204" pitchFamily="34" charset="0"/>
                        <a:defRPr kumimoji="1" sz="2800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1pPr>
                      <a:lvl2pPr marL="742950" indent="-285750">
                        <a:spcBef>
                          <a:spcPct val="20000"/>
                        </a:spcBef>
                        <a:buFont typeface="Arial" panose="020B0604020202020204" pitchFamily="34" charset="0"/>
                        <a:defRPr kumimoji="1" sz="2400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2pPr>
                      <a:lvl3pPr marL="1143000" indent="-228600">
                        <a:spcBef>
                          <a:spcPct val="20000"/>
                        </a:spcBef>
                        <a:buFont typeface="Arial" panose="020B0604020202020204" pitchFamily="34" charset="0"/>
                        <a:defRPr kumimoji="1" sz="2000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3pPr>
                      <a:lvl4pPr marL="1600200" indent="-228600">
                        <a:spcBef>
                          <a:spcPct val="20000"/>
                        </a:spcBef>
                        <a:buFont typeface="Arial" panose="020B0604020202020204" pitchFamily="34" charset="0"/>
                        <a:defRPr kumimoji="1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4pPr>
                      <a:lvl5pPr marL="2057400" indent="-228600">
                        <a:spcBef>
                          <a:spcPct val="20000"/>
                        </a:spcBef>
                        <a:buFont typeface="Arial" panose="020B0604020202020204" pitchFamily="34" charset="0"/>
                        <a:defRPr kumimoji="1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kumimoji="1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kumimoji="1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kumimoji="1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kumimoji="1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endParaRPr kumimoji="0" lang="en-US" altLang="zh-CN" sz="2400" u="none" strike="noStrike" cap="none" normalizeH="0" baseline="0" dirty="0" smtClean="0">
                        <a:ln>
                          <a:noFill/>
                        </a:ln>
                        <a:effectLst/>
                      </a:endParaRPr>
                    </a:p>
                  </a:txBody>
                  <a:tcPr marL="91435" marR="91435" marT="45725" marB="45725" anchor="ctr" horzOverflow="overflow"/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buFont typeface="Arial" panose="020B0604020202020204" pitchFamily="34" charset="0"/>
                        <a:defRPr kumimoji="1" sz="2800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1pPr>
                      <a:lvl2pPr marL="742950" indent="-285750">
                        <a:spcBef>
                          <a:spcPct val="20000"/>
                        </a:spcBef>
                        <a:buFont typeface="Arial" panose="020B0604020202020204" pitchFamily="34" charset="0"/>
                        <a:defRPr kumimoji="1" sz="2400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2pPr>
                      <a:lvl3pPr marL="1143000" indent="-228600">
                        <a:spcBef>
                          <a:spcPct val="20000"/>
                        </a:spcBef>
                        <a:buFont typeface="Arial" panose="020B0604020202020204" pitchFamily="34" charset="0"/>
                        <a:defRPr kumimoji="1" sz="2000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3pPr>
                      <a:lvl4pPr marL="1600200" indent="-228600">
                        <a:spcBef>
                          <a:spcPct val="20000"/>
                        </a:spcBef>
                        <a:buFont typeface="Arial" panose="020B0604020202020204" pitchFamily="34" charset="0"/>
                        <a:defRPr kumimoji="1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4pPr>
                      <a:lvl5pPr marL="2057400" indent="-228600">
                        <a:spcBef>
                          <a:spcPct val="20000"/>
                        </a:spcBef>
                        <a:buFont typeface="Arial" panose="020B0604020202020204" pitchFamily="34" charset="0"/>
                        <a:defRPr kumimoji="1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kumimoji="1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kumimoji="1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kumimoji="1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kumimoji="1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0" lang="zh-CN" altLang="en-US" sz="2400" u="none" strike="noStrike" cap="none" normalizeH="0" baseline="0" dirty="0" smtClean="0">
                          <a:ln>
                            <a:noFill/>
                          </a:ln>
                          <a:effectLst/>
                        </a:rPr>
                        <a:t>√</a:t>
                      </a:r>
                      <a:endParaRPr kumimoji="0" lang="zh-CN" altLang="en-US" sz="2400" u="none" strike="noStrike" cap="none" normalizeH="0" baseline="0" dirty="0" smtClean="0">
                        <a:ln>
                          <a:noFill/>
                        </a:ln>
                        <a:effectLst/>
                      </a:endParaRPr>
                    </a:p>
                  </a:txBody>
                  <a:tcPr marL="91435" marR="91435" marT="45725" marB="45725" anchor="ctr" horzOverflow="overflow"/>
                </a:tc>
              </a:tr>
              <a:tr h="640080"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buFont typeface="Arial" panose="020B0604020202020204" pitchFamily="34" charset="0"/>
                        <a:defRPr kumimoji="1" sz="2800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1pPr>
                      <a:lvl2pPr marL="742950" indent="-285750">
                        <a:spcBef>
                          <a:spcPct val="20000"/>
                        </a:spcBef>
                        <a:buFont typeface="Arial" panose="020B0604020202020204" pitchFamily="34" charset="0"/>
                        <a:defRPr kumimoji="1" sz="2400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2pPr>
                      <a:lvl3pPr marL="1143000" indent="-228600">
                        <a:spcBef>
                          <a:spcPct val="20000"/>
                        </a:spcBef>
                        <a:buFont typeface="Arial" panose="020B0604020202020204" pitchFamily="34" charset="0"/>
                        <a:defRPr kumimoji="1" sz="2000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3pPr>
                      <a:lvl4pPr marL="1600200" indent="-228600">
                        <a:spcBef>
                          <a:spcPct val="20000"/>
                        </a:spcBef>
                        <a:buFont typeface="Arial" panose="020B0604020202020204" pitchFamily="34" charset="0"/>
                        <a:defRPr kumimoji="1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4pPr>
                      <a:lvl5pPr marL="2057400" indent="-228600">
                        <a:spcBef>
                          <a:spcPct val="20000"/>
                        </a:spcBef>
                        <a:buFont typeface="Arial" panose="020B0604020202020204" pitchFamily="34" charset="0"/>
                        <a:defRPr kumimoji="1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kumimoji="1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kumimoji="1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kumimoji="1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kumimoji="1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zh-CN" altLang="en-US" sz="2400" u="none" strike="noStrike" cap="none" normalizeH="0" baseline="0" smtClean="0">
                          <a:ln>
                            <a:noFill/>
                          </a:ln>
                          <a:effectLst/>
                        </a:rPr>
                        <a:t>务实</a:t>
                      </a:r>
                      <a:endParaRPr kumimoji="0" lang="zh-CN" altLang="en-US" sz="2400" u="none" strike="noStrike" cap="none" normalizeH="0" baseline="0" smtClean="0">
                        <a:ln>
                          <a:noFill/>
                        </a:ln>
                        <a:effectLst/>
                      </a:endParaRPr>
                    </a:p>
                  </a:txBody>
                  <a:tcPr marL="91435" marR="91435" marT="45725" marB="45725" anchor="ctr" horzOverflow="overflow"/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buFont typeface="Arial" panose="020B0604020202020204" pitchFamily="34" charset="0"/>
                        <a:defRPr kumimoji="1" sz="2800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1pPr>
                      <a:lvl2pPr marL="742950" indent="-285750">
                        <a:spcBef>
                          <a:spcPct val="20000"/>
                        </a:spcBef>
                        <a:buFont typeface="Arial" panose="020B0604020202020204" pitchFamily="34" charset="0"/>
                        <a:defRPr kumimoji="1" sz="2400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2pPr>
                      <a:lvl3pPr marL="1143000" indent="-228600">
                        <a:spcBef>
                          <a:spcPct val="20000"/>
                        </a:spcBef>
                        <a:buFont typeface="Arial" panose="020B0604020202020204" pitchFamily="34" charset="0"/>
                        <a:defRPr kumimoji="1" sz="2000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3pPr>
                      <a:lvl4pPr marL="1600200" indent="-228600">
                        <a:spcBef>
                          <a:spcPct val="20000"/>
                        </a:spcBef>
                        <a:buFont typeface="Arial" panose="020B0604020202020204" pitchFamily="34" charset="0"/>
                        <a:defRPr kumimoji="1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4pPr>
                      <a:lvl5pPr marL="2057400" indent="-228600">
                        <a:spcBef>
                          <a:spcPct val="20000"/>
                        </a:spcBef>
                        <a:buFont typeface="Arial" panose="020B0604020202020204" pitchFamily="34" charset="0"/>
                        <a:defRPr kumimoji="1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kumimoji="1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kumimoji="1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kumimoji="1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kumimoji="1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endParaRPr kumimoji="0" lang="zh-CN" altLang="en-US" sz="2400" u="none" strike="noStrike" cap="none" normalizeH="0" baseline="0" dirty="0" smtClean="0">
                        <a:ln>
                          <a:noFill/>
                        </a:ln>
                        <a:effectLst/>
                      </a:endParaRPr>
                    </a:p>
                  </a:txBody>
                  <a:tcPr marL="91435" marR="91435" marT="45725" marB="45725" anchor="ctr" horzOverflow="overflow"/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buFont typeface="Arial" panose="020B0604020202020204" pitchFamily="34" charset="0"/>
                        <a:defRPr kumimoji="1" sz="2800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1pPr>
                      <a:lvl2pPr marL="742950" indent="-285750">
                        <a:spcBef>
                          <a:spcPct val="20000"/>
                        </a:spcBef>
                        <a:buFont typeface="Arial" panose="020B0604020202020204" pitchFamily="34" charset="0"/>
                        <a:defRPr kumimoji="1" sz="2400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2pPr>
                      <a:lvl3pPr marL="1143000" indent="-228600">
                        <a:spcBef>
                          <a:spcPct val="20000"/>
                        </a:spcBef>
                        <a:buFont typeface="Arial" panose="020B0604020202020204" pitchFamily="34" charset="0"/>
                        <a:defRPr kumimoji="1" sz="2000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3pPr>
                      <a:lvl4pPr marL="1600200" indent="-228600">
                        <a:spcBef>
                          <a:spcPct val="20000"/>
                        </a:spcBef>
                        <a:buFont typeface="Arial" panose="020B0604020202020204" pitchFamily="34" charset="0"/>
                        <a:defRPr kumimoji="1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4pPr>
                      <a:lvl5pPr marL="2057400" indent="-228600">
                        <a:spcBef>
                          <a:spcPct val="20000"/>
                        </a:spcBef>
                        <a:buFont typeface="Arial" panose="020B0604020202020204" pitchFamily="34" charset="0"/>
                        <a:defRPr kumimoji="1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kumimoji="1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kumimoji="1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kumimoji="1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kumimoji="1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0" lang="zh-CN" altLang="en-US" sz="2400" u="none" strike="noStrike" cap="none" normalizeH="0" baseline="0" dirty="0" smtClean="0">
                          <a:ln>
                            <a:noFill/>
                          </a:ln>
                          <a:effectLst/>
                        </a:rPr>
                        <a:t>√</a:t>
                      </a:r>
                      <a:endParaRPr kumimoji="0" lang="zh-CN" altLang="en-US" sz="2400" u="none" strike="noStrike" cap="none" normalizeH="0" baseline="0" dirty="0" smtClean="0">
                        <a:ln>
                          <a:noFill/>
                        </a:ln>
                        <a:effectLst/>
                      </a:endParaRPr>
                    </a:p>
                  </a:txBody>
                  <a:tcPr marL="91435" marR="91435" marT="45725" marB="45725" anchor="ctr" horzOverflow="overflow"/>
                </a:tc>
              </a:tr>
              <a:tr h="640715"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buFont typeface="Arial" panose="020B0604020202020204" pitchFamily="34" charset="0"/>
                        <a:defRPr kumimoji="1" sz="2800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1pPr>
                      <a:lvl2pPr marL="742950" indent="-285750">
                        <a:spcBef>
                          <a:spcPct val="20000"/>
                        </a:spcBef>
                        <a:buFont typeface="Arial" panose="020B0604020202020204" pitchFamily="34" charset="0"/>
                        <a:defRPr kumimoji="1" sz="2400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2pPr>
                      <a:lvl3pPr marL="1143000" indent="-228600">
                        <a:spcBef>
                          <a:spcPct val="20000"/>
                        </a:spcBef>
                        <a:buFont typeface="Arial" panose="020B0604020202020204" pitchFamily="34" charset="0"/>
                        <a:defRPr kumimoji="1" sz="2000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3pPr>
                      <a:lvl4pPr marL="1600200" indent="-228600">
                        <a:spcBef>
                          <a:spcPct val="20000"/>
                        </a:spcBef>
                        <a:buFont typeface="Arial" panose="020B0604020202020204" pitchFamily="34" charset="0"/>
                        <a:defRPr kumimoji="1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4pPr>
                      <a:lvl5pPr marL="2057400" indent="-228600">
                        <a:spcBef>
                          <a:spcPct val="20000"/>
                        </a:spcBef>
                        <a:buFont typeface="Arial" panose="020B0604020202020204" pitchFamily="34" charset="0"/>
                        <a:defRPr kumimoji="1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kumimoji="1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kumimoji="1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kumimoji="1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kumimoji="1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zh-CN" altLang="en-US" sz="2400" u="none" strike="noStrike" cap="none" normalizeH="0" baseline="0" smtClean="0">
                          <a:ln>
                            <a:noFill/>
                          </a:ln>
                          <a:effectLst/>
                        </a:rPr>
                        <a:t>创新</a:t>
                      </a:r>
                      <a:endParaRPr kumimoji="0" lang="zh-CN" altLang="en-US" sz="2400" u="none" strike="noStrike" cap="none" normalizeH="0" baseline="0" smtClean="0">
                        <a:ln>
                          <a:noFill/>
                        </a:ln>
                        <a:effectLst/>
                      </a:endParaRPr>
                    </a:p>
                  </a:txBody>
                  <a:tcPr marL="91435" marR="91435" marT="45725" marB="45725" anchor="ctr" horzOverflow="overflow"/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buFont typeface="Arial" panose="020B0604020202020204" pitchFamily="34" charset="0"/>
                        <a:defRPr kumimoji="1" sz="2800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1pPr>
                      <a:lvl2pPr marL="742950" indent="-285750">
                        <a:spcBef>
                          <a:spcPct val="20000"/>
                        </a:spcBef>
                        <a:buFont typeface="Arial" panose="020B0604020202020204" pitchFamily="34" charset="0"/>
                        <a:defRPr kumimoji="1" sz="2400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2pPr>
                      <a:lvl3pPr marL="1143000" indent="-228600">
                        <a:spcBef>
                          <a:spcPct val="20000"/>
                        </a:spcBef>
                        <a:buFont typeface="Arial" panose="020B0604020202020204" pitchFamily="34" charset="0"/>
                        <a:defRPr kumimoji="1" sz="2000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3pPr>
                      <a:lvl4pPr marL="1600200" indent="-228600">
                        <a:spcBef>
                          <a:spcPct val="20000"/>
                        </a:spcBef>
                        <a:buFont typeface="Arial" panose="020B0604020202020204" pitchFamily="34" charset="0"/>
                        <a:defRPr kumimoji="1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4pPr>
                      <a:lvl5pPr marL="2057400" indent="-228600">
                        <a:spcBef>
                          <a:spcPct val="20000"/>
                        </a:spcBef>
                        <a:buFont typeface="Arial" panose="020B0604020202020204" pitchFamily="34" charset="0"/>
                        <a:defRPr kumimoji="1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kumimoji="1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kumimoji="1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kumimoji="1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kumimoji="1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0" lang="en-US" altLang="zh-CN" sz="2400" u="none" strike="noStrike" cap="none" normalizeH="0" baseline="0" dirty="0" smtClean="0">
                          <a:ln>
                            <a:noFill/>
                          </a:ln>
                          <a:effectLst/>
                        </a:rPr>
                        <a:t>…</a:t>
                      </a:r>
                      <a:endParaRPr kumimoji="0" lang="en-US" altLang="zh-CN" sz="2400" u="none" strike="noStrike" cap="none" normalizeH="0" baseline="0" dirty="0" smtClean="0">
                        <a:ln>
                          <a:noFill/>
                        </a:ln>
                        <a:effectLst/>
                      </a:endParaRPr>
                    </a:p>
                  </a:txBody>
                  <a:tcPr marL="91435" marR="91435" marT="45725" marB="45725" anchor="ctr" horzOverflow="overflow"/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buFont typeface="Arial" panose="020B0604020202020204" pitchFamily="34" charset="0"/>
                        <a:defRPr kumimoji="1" sz="2800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1pPr>
                      <a:lvl2pPr marL="742950" indent="-285750">
                        <a:spcBef>
                          <a:spcPct val="20000"/>
                        </a:spcBef>
                        <a:buFont typeface="Arial" panose="020B0604020202020204" pitchFamily="34" charset="0"/>
                        <a:defRPr kumimoji="1" sz="2400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2pPr>
                      <a:lvl3pPr marL="1143000" indent="-228600">
                        <a:spcBef>
                          <a:spcPct val="20000"/>
                        </a:spcBef>
                        <a:buFont typeface="Arial" panose="020B0604020202020204" pitchFamily="34" charset="0"/>
                        <a:defRPr kumimoji="1" sz="2000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3pPr>
                      <a:lvl4pPr marL="1600200" indent="-228600">
                        <a:spcBef>
                          <a:spcPct val="20000"/>
                        </a:spcBef>
                        <a:buFont typeface="Arial" panose="020B0604020202020204" pitchFamily="34" charset="0"/>
                        <a:defRPr kumimoji="1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4pPr>
                      <a:lvl5pPr marL="2057400" indent="-228600">
                        <a:spcBef>
                          <a:spcPct val="20000"/>
                        </a:spcBef>
                        <a:buFont typeface="Arial" panose="020B0604020202020204" pitchFamily="34" charset="0"/>
                        <a:defRPr kumimoji="1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kumimoji="1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kumimoji="1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kumimoji="1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kumimoji="1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US" altLang="zh-CN" sz="2400" u="none" strike="noStrike" cap="none" normalizeH="0" baseline="0" dirty="0" smtClean="0">
                          <a:ln>
                            <a:noFill/>
                          </a:ln>
                          <a:effectLst/>
                        </a:rPr>
                        <a:t>…</a:t>
                      </a:r>
                      <a:endParaRPr kumimoji="0" lang="en-US" altLang="zh-CN" sz="2400" u="none" strike="noStrike" cap="none" normalizeH="0" baseline="0" dirty="0" smtClean="0">
                        <a:ln>
                          <a:noFill/>
                        </a:ln>
                        <a:effectLst/>
                      </a:endParaRPr>
                    </a:p>
                  </a:txBody>
                  <a:tcPr marL="91435" marR="91435" marT="45725" marB="45725" anchor="ctr" horzOverflow="overflow"/>
                </a:tc>
              </a:tr>
              <a:tr h="640080"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buFont typeface="Arial" panose="020B0604020202020204" pitchFamily="34" charset="0"/>
                        <a:defRPr kumimoji="1" sz="2800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1pPr>
                      <a:lvl2pPr marL="742950" indent="-285750">
                        <a:spcBef>
                          <a:spcPct val="20000"/>
                        </a:spcBef>
                        <a:buFont typeface="Arial" panose="020B0604020202020204" pitchFamily="34" charset="0"/>
                        <a:defRPr kumimoji="1" sz="2400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2pPr>
                      <a:lvl3pPr marL="1143000" indent="-228600">
                        <a:spcBef>
                          <a:spcPct val="20000"/>
                        </a:spcBef>
                        <a:buFont typeface="Arial" panose="020B0604020202020204" pitchFamily="34" charset="0"/>
                        <a:defRPr kumimoji="1" sz="2000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3pPr>
                      <a:lvl4pPr marL="1600200" indent="-228600">
                        <a:spcBef>
                          <a:spcPct val="20000"/>
                        </a:spcBef>
                        <a:buFont typeface="Arial" panose="020B0604020202020204" pitchFamily="34" charset="0"/>
                        <a:defRPr kumimoji="1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4pPr>
                      <a:lvl5pPr marL="2057400" indent="-228600">
                        <a:spcBef>
                          <a:spcPct val="20000"/>
                        </a:spcBef>
                        <a:buFont typeface="Arial" panose="020B0604020202020204" pitchFamily="34" charset="0"/>
                        <a:defRPr kumimoji="1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kumimoji="1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kumimoji="1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kumimoji="1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kumimoji="1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zh-CN" altLang="en-US" sz="2400" u="none" strike="noStrike" cap="none" normalizeH="0" baseline="0" smtClean="0">
                          <a:ln>
                            <a:noFill/>
                          </a:ln>
                          <a:effectLst/>
                        </a:rPr>
                        <a:t>长期主义</a:t>
                      </a:r>
                      <a:endParaRPr kumimoji="0" lang="zh-CN" altLang="en-US" sz="2400" u="none" strike="noStrike" cap="none" normalizeH="0" baseline="0" smtClean="0">
                        <a:ln>
                          <a:noFill/>
                        </a:ln>
                        <a:effectLst/>
                      </a:endParaRPr>
                    </a:p>
                  </a:txBody>
                  <a:tcPr marL="91435" marR="91435" marT="45725" marB="45725" anchor="ctr" horzOverflow="overflow"/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buFont typeface="Arial" panose="020B0604020202020204" pitchFamily="34" charset="0"/>
                        <a:defRPr kumimoji="1" sz="2800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1pPr>
                      <a:lvl2pPr marL="742950" indent="-285750">
                        <a:spcBef>
                          <a:spcPct val="20000"/>
                        </a:spcBef>
                        <a:buFont typeface="Arial" panose="020B0604020202020204" pitchFamily="34" charset="0"/>
                        <a:defRPr kumimoji="1" sz="2400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2pPr>
                      <a:lvl3pPr marL="1143000" indent="-228600">
                        <a:spcBef>
                          <a:spcPct val="20000"/>
                        </a:spcBef>
                        <a:buFont typeface="Arial" panose="020B0604020202020204" pitchFamily="34" charset="0"/>
                        <a:defRPr kumimoji="1" sz="2000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3pPr>
                      <a:lvl4pPr marL="1600200" indent="-228600">
                        <a:spcBef>
                          <a:spcPct val="20000"/>
                        </a:spcBef>
                        <a:buFont typeface="Arial" panose="020B0604020202020204" pitchFamily="34" charset="0"/>
                        <a:defRPr kumimoji="1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4pPr>
                      <a:lvl5pPr marL="2057400" indent="-228600">
                        <a:spcBef>
                          <a:spcPct val="20000"/>
                        </a:spcBef>
                        <a:buFont typeface="Arial" panose="020B0604020202020204" pitchFamily="34" charset="0"/>
                        <a:defRPr kumimoji="1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kumimoji="1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kumimoji="1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kumimoji="1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kumimoji="1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0" lang="en-US" altLang="zh-CN" sz="2400" u="none" strike="noStrike" cap="none" normalizeH="0" baseline="0" dirty="0" smtClean="0">
                          <a:ln>
                            <a:noFill/>
                          </a:ln>
                          <a:effectLst/>
                        </a:rPr>
                        <a:t>…</a:t>
                      </a:r>
                      <a:endParaRPr kumimoji="0" lang="en-US" altLang="zh-CN" sz="2400" u="none" strike="noStrike" cap="none" normalizeH="0" baseline="0" dirty="0" smtClean="0">
                        <a:ln>
                          <a:noFill/>
                        </a:ln>
                        <a:effectLst/>
                      </a:endParaRPr>
                    </a:p>
                  </a:txBody>
                  <a:tcPr marL="91435" marR="91435" marT="45725" marB="45725" anchor="ctr" horzOverflow="overflow"/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buFont typeface="Arial" panose="020B0604020202020204" pitchFamily="34" charset="0"/>
                        <a:defRPr kumimoji="1" sz="2800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1pPr>
                      <a:lvl2pPr marL="742950" indent="-285750">
                        <a:spcBef>
                          <a:spcPct val="20000"/>
                        </a:spcBef>
                        <a:buFont typeface="Arial" panose="020B0604020202020204" pitchFamily="34" charset="0"/>
                        <a:defRPr kumimoji="1" sz="2400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2pPr>
                      <a:lvl3pPr marL="1143000" indent="-228600">
                        <a:spcBef>
                          <a:spcPct val="20000"/>
                        </a:spcBef>
                        <a:buFont typeface="Arial" panose="020B0604020202020204" pitchFamily="34" charset="0"/>
                        <a:defRPr kumimoji="1" sz="2000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3pPr>
                      <a:lvl4pPr marL="1600200" indent="-228600">
                        <a:spcBef>
                          <a:spcPct val="20000"/>
                        </a:spcBef>
                        <a:buFont typeface="Arial" panose="020B0604020202020204" pitchFamily="34" charset="0"/>
                        <a:defRPr kumimoji="1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4pPr>
                      <a:lvl5pPr marL="2057400" indent="-228600">
                        <a:spcBef>
                          <a:spcPct val="20000"/>
                        </a:spcBef>
                        <a:buFont typeface="Arial" panose="020B0604020202020204" pitchFamily="34" charset="0"/>
                        <a:defRPr kumimoji="1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kumimoji="1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kumimoji="1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kumimoji="1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kumimoji="1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US" altLang="zh-CN" sz="2400" u="none" strike="noStrike" cap="none" normalizeH="0" baseline="0" dirty="0" smtClean="0">
                          <a:ln>
                            <a:noFill/>
                          </a:ln>
                          <a:effectLst/>
                        </a:rPr>
                        <a:t>…</a:t>
                      </a:r>
                      <a:endParaRPr kumimoji="0" lang="en-US" altLang="zh-CN" sz="2400" u="none" strike="noStrike" cap="none" normalizeH="0" baseline="0" dirty="0" smtClean="0">
                        <a:ln>
                          <a:noFill/>
                        </a:ln>
                        <a:effectLst/>
                      </a:endParaRPr>
                    </a:p>
                  </a:txBody>
                  <a:tcPr marL="91435" marR="91435" marT="45725" marB="45725" anchor="ctr" horzOverflow="overflow"/>
                </a:tc>
              </a:tr>
            </a:tbl>
          </a:graphicData>
        </a:graphic>
      </p:graphicFrame>
      <p:sp>
        <p:nvSpPr>
          <p:cNvPr id="5" name="圆角矩形 4"/>
          <p:cNvSpPr>
            <a:spLocks noChangeArrowheads="1"/>
          </p:cNvSpPr>
          <p:nvPr/>
        </p:nvSpPr>
        <p:spPr bwMode="auto">
          <a:xfrm>
            <a:off x="6247130" y="1117600"/>
            <a:ext cx="4599940" cy="4228465"/>
          </a:xfrm>
          <a:prstGeom prst="roundRect">
            <a:avLst>
              <a:gd name="adj" fmla="val 16667"/>
            </a:avLst>
          </a:prstGeom>
          <a:noFill/>
          <a:ln w="9525">
            <a:noFill/>
            <a:rou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anchor="ctr"/>
          <a:lstStyle>
            <a:lvl1pPr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indent="0" fontAlgn="auto">
              <a:lnSpc>
                <a:spcPct val="150000"/>
              </a:lnSpc>
              <a:spcBef>
                <a:spcPts val="600"/>
              </a:spcBef>
              <a:defRPr/>
            </a:pPr>
            <a:r>
              <a:rPr kumimoji="0" lang="zh-CN" altLang="en-US" sz="1800" b="1" dirty="0" smtClean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填写说明：</a:t>
            </a:r>
            <a:endParaRPr kumimoji="0" lang="en-US" altLang="zh-CN" sz="1800" b="1" dirty="0" smtClean="0">
              <a:solidFill>
                <a:schemeClr val="bg1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indent="0" fontAlgn="auto">
              <a:lnSpc>
                <a:spcPct val="150000"/>
              </a:lnSpc>
              <a:spcBef>
                <a:spcPts val="600"/>
              </a:spcBef>
              <a:defRPr/>
            </a:pPr>
            <a:r>
              <a:rPr kumimoji="0" lang="en-US" altLang="zh-CN" sz="1800" b="1" dirty="0" smtClean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1.</a:t>
            </a:r>
            <a:r>
              <a:rPr kumimoji="0" lang="zh-CN" altLang="en-US" sz="1800" b="1" dirty="0" smtClean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请根据自身情况在对应的能力项栏目中打“√”</a:t>
            </a:r>
            <a:endParaRPr kumimoji="0" lang="zh-CN" altLang="en-US" sz="1800" b="1" dirty="0" smtClean="0">
              <a:solidFill>
                <a:schemeClr val="bg1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indent="0" fontAlgn="auto">
              <a:lnSpc>
                <a:spcPct val="150000"/>
              </a:lnSpc>
              <a:spcBef>
                <a:spcPts val="600"/>
              </a:spcBef>
              <a:defRPr/>
            </a:pPr>
            <a:r>
              <a:rPr kumimoji="0" lang="en-US" altLang="zh-CN" sz="1800" b="1" dirty="0" smtClean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2.</a:t>
            </a:r>
            <a:r>
              <a:rPr kumimoji="0" lang="zh-CN" altLang="en-US" sz="1800" b="1" dirty="0" smtClean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在五大能力中挑选三个关键绩效行为按照自评呈现要求进行阐述</a:t>
            </a:r>
            <a:endParaRPr kumimoji="0" lang="zh-CN" altLang="en-US" sz="1800" b="1" dirty="0" smtClean="0">
              <a:solidFill>
                <a:schemeClr val="bg1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indent="0" fontAlgn="auto">
              <a:lnSpc>
                <a:spcPct val="150000"/>
              </a:lnSpc>
              <a:spcBef>
                <a:spcPts val="600"/>
              </a:spcBef>
              <a:defRPr/>
            </a:pPr>
            <a:r>
              <a:rPr kumimoji="0" lang="en-US" altLang="zh-CN" sz="1800" b="1" dirty="0" smtClean="0">
                <a:solidFill>
                  <a:srgbClr val="FF0000"/>
                </a:solidFill>
                <a:latin typeface="微软雅黑" panose="020B0503020204020204" charset="-122"/>
                <a:ea typeface="微软雅黑" panose="020B0503020204020204" charset="-122"/>
              </a:rPr>
              <a:t>3.</a:t>
            </a:r>
            <a:r>
              <a:rPr kumimoji="0" lang="zh-CN" altLang="en-US" sz="1800" b="1" dirty="0" smtClean="0">
                <a:solidFill>
                  <a:srgbClr val="FF0000"/>
                </a:solidFill>
                <a:latin typeface="微软雅黑" panose="020B0503020204020204" charset="-122"/>
                <a:ea typeface="微软雅黑" panose="020B0503020204020204" charset="-122"/>
              </a:rPr>
              <a:t>述职时请删除该文本框说明内容</a:t>
            </a:r>
            <a:endParaRPr kumimoji="0" lang="zh-CN" altLang="en-US" sz="1800" b="1" dirty="0" smtClean="0">
              <a:solidFill>
                <a:srgbClr val="FF00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551384" y="750625"/>
            <a:ext cx="6366510" cy="52197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2800" b="1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三、五大能力自评呈现</a:t>
            </a:r>
            <a:r>
              <a:rPr lang="en-US" altLang="zh-CN" sz="2800" b="1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(</a:t>
            </a:r>
            <a:r>
              <a:rPr lang="zh-CN" altLang="en-US" sz="2800" b="1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关键绩效</a:t>
            </a:r>
            <a:r>
              <a:rPr lang="zh-CN" altLang="en-US" sz="2800" b="1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行为）</a:t>
            </a:r>
            <a:endParaRPr lang="zh-CN" altLang="en-US" sz="2800" b="1" dirty="0">
              <a:solidFill>
                <a:schemeClr val="bg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55000">
              <a:srgbClr val="D2DCF2">
                <a:alpha val="100000"/>
              </a:srgbClr>
            </a:gs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5" name="矩形 4"/>
          <p:cNvSpPr/>
          <p:nvPr/>
        </p:nvSpPr>
        <p:spPr>
          <a:xfrm>
            <a:off x="3599384" y="385500"/>
            <a:ext cx="3738880" cy="52197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2800" b="1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五大能力自评</a:t>
            </a:r>
            <a:r>
              <a:rPr lang="zh-CN" altLang="en-US" sz="2800" b="1" dirty="0" smtClean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呈现</a:t>
            </a:r>
            <a:r>
              <a:rPr lang="zh-CN" altLang="en-US" sz="2800" b="1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要求</a:t>
            </a:r>
            <a:endParaRPr lang="zh-CN" altLang="en-US" sz="2800" b="1" dirty="0">
              <a:solidFill>
                <a:schemeClr val="bg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graphicFrame>
        <p:nvGraphicFramePr>
          <p:cNvPr id="6" name="图表 3"/>
          <p:cNvGraphicFramePr/>
          <p:nvPr/>
        </p:nvGraphicFramePr>
        <p:xfrm>
          <a:off x="332756" y="1469477"/>
          <a:ext cx="5976664" cy="498432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1" r:lo="rId2" r:qs="rId3" r:cs="rId4"/>
          </a:graphicData>
        </a:graphic>
      </p:graphicFrame>
      <p:sp>
        <p:nvSpPr>
          <p:cNvPr id="8" name="直接连接符 7"/>
          <p:cNvSpPr/>
          <p:nvPr/>
        </p:nvSpPr>
        <p:spPr>
          <a:xfrm>
            <a:off x="6600056" y="1412776"/>
            <a:ext cx="0" cy="5040560"/>
          </a:xfrm>
          <a:prstGeom prst="line">
            <a:avLst/>
          </a:prstGeom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tint val="50000"/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endParaRPr lang="zh-CN" altLang="en-US" sz="1600"/>
          </a:p>
        </p:txBody>
      </p:sp>
      <p:sp>
        <p:nvSpPr>
          <p:cNvPr id="9" name="文本框 8"/>
          <p:cNvSpPr txBox="1"/>
          <p:nvPr/>
        </p:nvSpPr>
        <p:spPr>
          <a:xfrm>
            <a:off x="7104112" y="4581128"/>
            <a:ext cx="4698223" cy="15659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lnSpc>
                <a:spcPct val="120000"/>
              </a:lnSpc>
              <a:buFont typeface="Wingdings" panose="05000000000000000000" pitchFamily="2" charset="2"/>
              <a:buChar char="ü"/>
            </a:pPr>
            <a:r>
              <a:rPr lang="zh-CN" altLang="en-US" sz="1600" dirty="0" smtClean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情景</a:t>
            </a:r>
            <a:r>
              <a:rPr lang="en-US" altLang="zh-CN" sz="1600" dirty="0" smtClean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S</a:t>
            </a:r>
            <a:r>
              <a:rPr lang="zh-CN" altLang="en-US" sz="1600" dirty="0" smtClean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：事例发生的情景</a:t>
            </a:r>
            <a:endParaRPr lang="en-US" altLang="zh-CN" sz="1600" dirty="0" smtClean="0">
              <a:solidFill>
                <a:schemeClr val="bg1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marL="285750" indent="-285750" algn="just">
              <a:lnSpc>
                <a:spcPct val="120000"/>
              </a:lnSpc>
              <a:buFont typeface="Wingdings" panose="05000000000000000000" pitchFamily="2" charset="2"/>
              <a:buChar char="ü"/>
            </a:pPr>
            <a:r>
              <a:rPr lang="zh-CN" altLang="en-US" sz="1600" dirty="0" smtClean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行为</a:t>
            </a:r>
            <a:r>
              <a:rPr lang="en-US" altLang="zh-CN" sz="1600" dirty="0" smtClean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T</a:t>
            </a:r>
            <a:r>
              <a:rPr lang="zh-CN" altLang="en-US" sz="1600" dirty="0" smtClean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：你是如何处理的？怎么做的？</a:t>
            </a:r>
            <a:endParaRPr lang="en-US" altLang="zh-CN" sz="1600" dirty="0" smtClean="0">
              <a:solidFill>
                <a:schemeClr val="bg1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marL="285750" indent="-285750" algn="just">
              <a:lnSpc>
                <a:spcPct val="120000"/>
              </a:lnSpc>
              <a:buFont typeface="Wingdings" panose="05000000000000000000" pitchFamily="2" charset="2"/>
              <a:buChar char="ü"/>
            </a:pPr>
            <a:r>
              <a:rPr lang="zh-CN" altLang="en-US" sz="1600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影响</a:t>
            </a:r>
            <a:r>
              <a:rPr lang="en-US" altLang="zh-CN" sz="1600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A</a:t>
            </a:r>
            <a:r>
              <a:rPr lang="zh-CN" altLang="en-US" sz="1600" dirty="0" smtClean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：你的行为对这件事的影响是什么？</a:t>
            </a:r>
            <a:endParaRPr lang="en-US" altLang="zh-CN" sz="1600" dirty="0" smtClean="0">
              <a:solidFill>
                <a:schemeClr val="bg1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marL="285750" indent="-285750" algn="just">
              <a:lnSpc>
                <a:spcPct val="120000"/>
              </a:lnSpc>
              <a:buFont typeface="Wingdings" panose="05000000000000000000" pitchFamily="2" charset="2"/>
              <a:buChar char="ü"/>
            </a:pPr>
            <a:r>
              <a:rPr lang="zh-CN" altLang="en-US" sz="1600" dirty="0" smtClean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结果</a:t>
            </a:r>
            <a:r>
              <a:rPr lang="en-US" altLang="zh-CN" sz="1600" dirty="0" smtClean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R</a:t>
            </a:r>
            <a:r>
              <a:rPr lang="zh-CN" altLang="en-US" sz="1600" dirty="0" smtClean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：结果怎样？效果如何？</a:t>
            </a:r>
            <a:endParaRPr lang="en-US" altLang="zh-CN" sz="1600" dirty="0" smtClean="0">
              <a:solidFill>
                <a:schemeClr val="bg1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marL="285750" indent="-285750" algn="just">
              <a:lnSpc>
                <a:spcPct val="120000"/>
              </a:lnSpc>
              <a:buFont typeface="Wingdings" panose="05000000000000000000" pitchFamily="2" charset="2"/>
              <a:buChar char="ü"/>
            </a:pPr>
            <a:r>
              <a:rPr lang="zh-CN" altLang="en-US" sz="1600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反思</a:t>
            </a:r>
            <a:r>
              <a:rPr lang="en-US" altLang="zh-CN" sz="1600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T</a:t>
            </a:r>
            <a:r>
              <a:rPr lang="zh-CN" altLang="en-US" sz="1600" dirty="0" smtClean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：从这件事情当中你学到了什么？</a:t>
            </a:r>
            <a:endParaRPr lang="zh-CN" altLang="en-US" sz="1600" dirty="0" smtClean="0">
              <a:solidFill>
                <a:schemeClr val="bg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" name="文本框 3"/>
          <p:cNvSpPr txBox="1">
            <a:spLocks noChangeArrowheads="1"/>
          </p:cNvSpPr>
          <p:nvPr/>
        </p:nvSpPr>
        <p:spPr bwMode="auto">
          <a:xfrm>
            <a:off x="10416480" y="260648"/>
            <a:ext cx="1871662" cy="708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kumimoji="1" sz="32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kumimoji="1" sz="28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kumimoji="1" sz="2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kumimoji="1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kumimoji="1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kumimoji="1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kumimoji="1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kumimoji="1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kumimoji="1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kumimoji="0" lang="zh-CN" altLang="en-US" sz="2000" b="1" dirty="0">
                <a:solidFill>
                  <a:srgbClr val="FF0000"/>
                </a:solidFill>
              </a:rPr>
              <a:t>述职时</a:t>
            </a:r>
            <a:endParaRPr kumimoji="0" lang="en-US" altLang="zh-CN" sz="2000" b="1" dirty="0">
              <a:solidFill>
                <a:srgbClr val="FF0000"/>
              </a:solidFill>
            </a:endParaRP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kumimoji="0" lang="zh-CN" altLang="en-US" sz="2000" b="1" dirty="0">
                <a:solidFill>
                  <a:srgbClr val="FF0000"/>
                </a:solidFill>
              </a:rPr>
              <a:t>请删除此页</a:t>
            </a:r>
            <a:endParaRPr kumimoji="0" lang="zh-CN" altLang="en-US" sz="2000" b="1" dirty="0">
              <a:solidFill>
                <a:srgbClr val="FF0000"/>
              </a:solidFill>
            </a:endParaRPr>
          </a:p>
        </p:txBody>
      </p:sp>
      <p:graphicFrame>
        <p:nvGraphicFramePr>
          <p:cNvPr id="4" name="图示 3"/>
          <p:cNvGraphicFramePr/>
          <p:nvPr/>
        </p:nvGraphicFramePr>
        <p:xfrm>
          <a:off x="7104618" y="1752582"/>
          <a:ext cx="4436685" cy="282855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6" r:lo="rId7" r:qs="rId8" r:cs="rId9"/>
          </a:graphicData>
        </a:graphic>
      </p:graphicFrame>
      <p:sp>
        <p:nvSpPr>
          <p:cNvPr id="11" name="文本框 3"/>
          <p:cNvSpPr txBox="1">
            <a:spLocks noChangeArrowheads="1"/>
          </p:cNvSpPr>
          <p:nvPr/>
        </p:nvSpPr>
        <p:spPr bwMode="auto">
          <a:xfrm>
            <a:off x="8400415" y="1042670"/>
            <a:ext cx="1784985" cy="3987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kumimoji="1" sz="32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kumimoji="1" sz="28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kumimoji="1" sz="2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kumimoji="1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kumimoji="1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kumimoji="1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kumimoji="1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kumimoji="1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kumimoji="1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kumimoji="0" lang="en-US" altLang="zh-CN" sz="2000" b="1" dirty="0" smtClean="0">
                <a:solidFill>
                  <a:schemeClr val="bg1"/>
                </a:solidFill>
              </a:rPr>
              <a:t>STAR</a:t>
            </a:r>
            <a:r>
              <a:rPr kumimoji="0" lang="en-US" altLang="zh-CN" sz="2000" b="1" dirty="0" smtClean="0">
                <a:solidFill>
                  <a:schemeClr val="bg1"/>
                </a:solidFill>
                <a:sym typeface="+mn-ea"/>
              </a:rPr>
              <a:t>T</a:t>
            </a:r>
            <a:r>
              <a:rPr kumimoji="0" lang="en-US" altLang="zh-CN" sz="2000" b="1" dirty="0" smtClean="0">
                <a:solidFill>
                  <a:schemeClr val="bg1"/>
                </a:solidFill>
              </a:rPr>
              <a:t>结</a:t>
            </a:r>
            <a:r>
              <a:rPr kumimoji="0" lang="zh-CN" altLang="en-US" sz="2000" b="1" dirty="0" smtClean="0">
                <a:solidFill>
                  <a:schemeClr val="bg1"/>
                </a:solidFill>
              </a:rPr>
              <a:t>构图</a:t>
            </a:r>
            <a:endParaRPr kumimoji="0" lang="zh-CN" altLang="en-US" sz="2000" b="1" dirty="0" smtClean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矩形 3"/>
          <p:cNvSpPr/>
          <p:nvPr/>
        </p:nvSpPr>
        <p:spPr>
          <a:xfrm>
            <a:off x="662509" y="1052250"/>
            <a:ext cx="6480720" cy="521970"/>
          </a:xfrm>
          <a:prstGeom prst="rect">
            <a:avLst/>
          </a:prstGeom>
        </p:spPr>
        <p:txBody>
          <a:bodyPr wrap="square">
            <a:spAutoFit/>
          </a:bodyPr>
          <a:p>
            <a:r>
              <a:rPr lang="zh-CN" altLang="en-US" sz="2800" b="1" dirty="0" smtClean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关键绩效行为实例</a:t>
            </a:r>
            <a:r>
              <a:rPr lang="en-US" altLang="zh-CN" sz="2800" b="1" dirty="0" smtClean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1</a:t>
            </a:r>
            <a:endParaRPr lang="en-US" altLang="zh-CN" sz="2800" b="1" dirty="0" smtClean="0">
              <a:solidFill>
                <a:schemeClr val="bg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" name="文本框 1"/>
          <p:cNvSpPr txBox="1"/>
          <p:nvPr>
            <p:custDataLst>
              <p:tags r:id="rId1"/>
            </p:custDataLst>
          </p:nvPr>
        </p:nvSpPr>
        <p:spPr>
          <a:xfrm>
            <a:off x="1047115" y="1770380"/>
            <a:ext cx="6096000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zh-CN" altLang="en-US" dirty="0" smtClean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请用</a:t>
            </a:r>
            <a:r>
              <a:rPr lang="en-US" altLang="zh-CN" dirty="0" smtClean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START</a:t>
            </a:r>
            <a:r>
              <a:rPr lang="zh-CN" altLang="en-US" dirty="0" smtClean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结构进行展示，述职时</a:t>
            </a:r>
            <a:r>
              <a:rPr lang="zh-CN" altLang="en-US" dirty="0" smtClean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请删除</a:t>
            </a:r>
            <a:endParaRPr lang="zh-CN" altLang="en-US" dirty="0" smtClean="0">
              <a:solidFill>
                <a:schemeClr val="bg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+mn-ea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矩形 3"/>
          <p:cNvSpPr/>
          <p:nvPr/>
        </p:nvSpPr>
        <p:spPr>
          <a:xfrm>
            <a:off x="662509" y="1052250"/>
            <a:ext cx="6480720" cy="521970"/>
          </a:xfrm>
          <a:prstGeom prst="rect">
            <a:avLst/>
          </a:prstGeom>
        </p:spPr>
        <p:txBody>
          <a:bodyPr wrap="square">
            <a:spAutoFit/>
          </a:bodyPr>
          <a:p>
            <a:r>
              <a:rPr lang="zh-CN" altLang="en-US" sz="2800" b="1" dirty="0" smtClean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关键绩效行为实例</a:t>
            </a:r>
            <a:r>
              <a:rPr lang="en-US" altLang="zh-CN" sz="2800" b="1" dirty="0" smtClean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2</a:t>
            </a:r>
            <a:endParaRPr lang="en-US" altLang="zh-CN" sz="2800" b="1" dirty="0" smtClean="0">
              <a:solidFill>
                <a:schemeClr val="bg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1174115" y="1897380"/>
            <a:ext cx="6096000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zh-CN" altLang="en-US" dirty="0" smtClean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请用</a:t>
            </a:r>
            <a:r>
              <a:rPr lang="en-US" altLang="zh-CN" dirty="0" smtClean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START</a:t>
            </a:r>
            <a:r>
              <a:rPr lang="zh-CN" altLang="en-US" dirty="0" smtClean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结构进行展示，述职时</a:t>
            </a:r>
            <a:r>
              <a:rPr lang="zh-CN" altLang="en-US" dirty="0" smtClean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请删除</a:t>
            </a:r>
            <a:endParaRPr lang="zh-CN" altLang="en-US" dirty="0" smtClean="0">
              <a:solidFill>
                <a:schemeClr val="bg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+mn-ea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矩形 3"/>
          <p:cNvSpPr/>
          <p:nvPr/>
        </p:nvSpPr>
        <p:spPr>
          <a:xfrm>
            <a:off x="662509" y="1052250"/>
            <a:ext cx="6480720" cy="521970"/>
          </a:xfrm>
          <a:prstGeom prst="rect">
            <a:avLst/>
          </a:prstGeom>
        </p:spPr>
        <p:txBody>
          <a:bodyPr wrap="square">
            <a:spAutoFit/>
          </a:bodyPr>
          <a:p>
            <a:r>
              <a:rPr lang="zh-CN" altLang="en-US" sz="2800" b="1" dirty="0" smtClean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关键绩效行为实例</a:t>
            </a:r>
            <a:r>
              <a:rPr lang="en-US" altLang="zh-CN" sz="2800" b="1" dirty="0" smtClean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3</a:t>
            </a:r>
            <a:endParaRPr lang="en-US" altLang="zh-CN" sz="2800" b="1" dirty="0" smtClean="0">
              <a:solidFill>
                <a:schemeClr val="bg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922020" y="2675255"/>
            <a:ext cx="6096000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zh-CN" altLang="en-US" dirty="0" smtClean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请用</a:t>
            </a:r>
            <a:r>
              <a:rPr lang="en-US" altLang="zh-CN" dirty="0" smtClean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START</a:t>
            </a:r>
            <a:r>
              <a:rPr lang="zh-CN" altLang="en-US" dirty="0" smtClean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结构进行展示，述职时</a:t>
            </a:r>
            <a:r>
              <a:rPr lang="zh-CN" altLang="en-US" dirty="0" smtClean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请删除</a:t>
            </a:r>
            <a:endParaRPr lang="zh-CN" altLang="en-US" dirty="0" smtClean="0">
              <a:solidFill>
                <a:schemeClr val="bg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+mn-ea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文本占位符 1"/>
          <p:cNvSpPr>
            <a:spLocks noGrp="1"/>
          </p:cNvSpPr>
          <p:nvPr>
            <p:ph type="body" sz="quarter" idx="4294967295"/>
          </p:nvPr>
        </p:nvSpPr>
        <p:spPr>
          <a:xfrm>
            <a:off x="512445" y="956945"/>
            <a:ext cx="4853940" cy="875030"/>
          </a:xfrm>
          <a:prstGeom prst="rect">
            <a:avLst/>
          </a:prstGeom>
        </p:spPr>
        <p:txBody>
          <a:bodyPr>
            <a:noAutofit/>
          </a:bodyPr>
          <a:p>
            <a:pPr lvl="0" algn="l">
              <a:lnSpc>
                <a:spcPct val="150000"/>
              </a:lnSpc>
              <a:spcAft>
                <a:spcPts val="0"/>
              </a:spcAft>
              <a:buClrTx/>
              <a:buSzTx/>
              <a:buFontTx/>
              <a:defRPr/>
            </a:pPr>
            <a:r>
              <a:rPr lang="zh-CN" altLang="en-US" sz="2500" b="1" dirty="0" smtClean="0">
                <a:latin typeface="微软雅黑" panose="020B0503020204020204" charset="-122"/>
                <a:ea typeface="微软雅黑" panose="020B0503020204020204" charset="-122"/>
              </a:rPr>
              <a:t>四、转正</a:t>
            </a:r>
            <a:r>
              <a:rPr lang="zh-CN" altLang="en-US" sz="2500" b="1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cs typeface="+mj-cs"/>
                <a:sym typeface="+mn-ea"/>
              </a:rPr>
              <a:t>后工作开展思路</a:t>
            </a:r>
            <a:endParaRPr lang="zh-CN" altLang="en-US" sz="2500" b="1" dirty="0" smtClean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" name="圆角矩形 4"/>
          <p:cNvSpPr>
            <a:spLocks noChangeArrowheads="1"/>
          </p:cNvSpPr>
          <p:nvPr/>
        </p:nvSpPr>
        <p:spPr bwMode="auto">
          <a:xfrm>
            <a:off x="716280" y="1770380"/>
            <a:ext cx="7555230" cy="3066415"/>
          </a:xfrm>
          <a:prstGeom prst="roundRect">
            <a:avLst>
              <a:gd name="adj" fmla="val 16667"/>
            </a:avLst>
          </a:prstGeom>
          <a:noFill/>
          <a:ln w="9525">
            <a:noFill/>
            <a:rou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anchor="ctr"/>
          <a:lstStyle>
            <a:lvl1pPr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indent="0" fontAlgn="auto">
              <a:lnSpc>
                <a:spcPct val="150000"/>
              </a:lnSpc>
              <a:spcBef>
                <a:spcPts val="600"/>
              </a:spcBef>
              <a:defRPr/>
            </a:pPr>
            <a:r>
              <a:rPr kumimoji="0" lang="en-US" altLang="zh-CN" sz="1800" b="1" dirty="0" smtClean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1.</a:t>
            </a:r>
            <a:r>
              <a:rPr kumimoji="0" lang="zh-CN" altLang="en-US" sz="1800" b="1" dirty="0" smtClean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转正后的核心工作内容、工作推进方式、需要达成的工作目标</a:t>
            </a:r>
            <a:endParaRPr kumimoji="0" lang="zh-CN" altLang="en-US" sz="1800" b="1" dirty="0" smtClean="0">
              <a:solidFill>
                <a:schemeClr val="bg1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indent="0" fontAlgn="auto">
              <a:lnSpc>
                <a:spcPct val="150000"/>
              </a:lnSpc>
              <a:spcBef>
                <a:spcPts val="600"/>
              </a:spcBef>
              <a:defRPr/>
            </a:pPr>
            <a:r>
              <a:rPr kumimoji="0" lang="en-US" altLang="zh-CN" sz="1800" b="1" dirty="0" smtClean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2.</a:t>
            </a:r>
            <a:r>
              <a:rPr kumimoji="0" lang="zh-CN" altLang="en-US" sz="1800" b="1" dirty="0" smtClean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阐述个人成长与职业发展规划</a:t>
            </a:r>
            <a:endParaRPr kumimoji="0" lang="zh-CN" altLang="en-US" sz="1800" b="1" dirty="0" smtClean="0">
              <a:solidFill>
                <a:schemeClr val="bg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文本框 3"/>
          <p:cNvSpPr txBox="1"/>
          <p:nvPr/>
        </p:nvSpPr>
        <p:spPr>
          <a:xfrm>
            <a:off x="635" y="2717165"/>
            <a:ext cx="12190730" cy="13093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20000"/>
              </a:lnSpc>
            </a:pPr>
            <a:r>
              <a:rPr lang="zh-CN" altLang="en-US" sz="6600" b="1" dirty="0" smtClean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谢谢！</a:t>
            </a:r>
            <a:endParaRPr lang="zh-CN" altLang="en-US" sz="6600" b="1" dirty="0" smtClean="0">
              <a:solidFill>
                <a:schemeClr val="bg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100" name="直接连接符 99"/>
          <p:cNvCxnSpPr/>
          <p:nvPr/>
        </p:nvCxnSpPr>
        <p:spPr>
          <a:xfrm>
            <a:off x="1888022" y="4026457"/>
            <a:ext cx="8415961" cy="0"/>
          </a:xfrm>
          <a:prstGeom prst="line">
            <a:avLst/>
          </a:prstGeom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ags/tag1.xml><?xml version="1.0" encoding="utf-8"?>
<p:tagLst xmlns:p="http://schemas.openxmlformats.org/presentationml/2006/main">
  <p:tag name="TABLE_ENDDRAG_ORIGIN_RECT" val="759*406"/>
  <p:tag name="TABLE_ENDDRAG_RECT" val="55*117*759*406"/>
</p:tagLst>
</file>

<file path=ppt/tags/tag2.xml><?xml version="1.0" encoding="utf-8"?>
<p:tagLst xmlns:p="http://schemas.openxmlformats.org/presentationml/2006/main">
  <p:tag name="KSO_WM_DIAGRAM_VIRTUALLY_FRAME" val="{&quot;height&quot;:258.07220472440946,&quot;left&quot;:95.42377952755905,&quot;top&quot;:187.69535433070865,&quot;width&quot;:469.62503937007875}"/>
</p:tagLst>
</file>

<file path=ppt/tags/tag3.xml><?xml version="1.0" encoding="utf-8"?>
<p:tagLst xmlns:p="http://schemas.openxmlformats.org/presentationml/2006/main">
  <p:tag name="KSO_WM_DIAGRAM_VIRTUALLY_FRAME" val="{&quot;height&quot;:258.07220472440946,&quot;left&quot;:95.42377952755905,&quot;top&quot;:187.69535433070865,&quot;width&quot;:469.62503937007875}"/>
</p:tagLst>
</file>

<file path=ppt/tags/tag4.xml><?xml version="1.0" encoding="utf-8"?>
<p:tagLst xmlns:p="http://schemas.openxmlformats.org/presentationml/2006/main">
  <p:tag name="KSO_WM_DIAGRAM_VIRTUALLY_FRAME" val="{&quot;height&quot;:258.07220472440946,&quot;left&quot;:95.42377952755905,&quot;top&quot;:187.69535433070865,&quot;width&quot;:469.62503937007875}"/>
</p:tagLst>
</file>

<file path=ppt/tags/tag5.xml><?xml version="1.0" encoding="utf-8"?>
<p:tagLst xmlns:p="http://schemas.openxmlformats.org/presentationml/2006/main">
  <p:tag name="KSO_WM_DIAGRAM_VIRTUALLY_FRAME" val="{&quot;height&quot;:258.07220472440946,&quot;left&quot;:95.42377952755905,&quot;top&quot;:187.69535433070865,&quot;width&quot;:469.62503937007875}"/>
</p:tagLst>
</file>

<file path=ppt/tags/tag6.xml><?xml version="1.0" encoding="utf-8"?>
<p:tagLst xmlns:p="http://schemas.openxmlformats.org/presentationml/2006/main">
  <p:tag name="KSO_WM_DIAGRAM_VIRTUALLY_FRAME" val="{&quot;height&quot;:258.07220472440946,&quot;left&quot;:95.42377952755905,&quot;top&quot;:187.69535433070865,&quot;width&quot;:469.62503937007875}"/>
</p:tagLst>
</file>

<file path=ppt/tags/tag7.xml><?xml version="1.0" encoding="utf-8"?>
<p:tagLst xmlns:p="http://schemas.openxmlformats.org/presentationml/2006/main">
  <p:tag name="KSO_WM_DIAGRAM_VIRTUALLY_FRAME" val="{&quot;height&quot;:258.07220472440946,&quot;left&quot;:95.42377952755905,&quot;top&quot;:187.69535433070865,&quot;width&quot;:469.62503937007875}"/>
</p:tagLst>
</file>

<file path=ppt/tags/tag8.xml><?xml version="1.0" encoding="utf-8"?>
<p:tagLst xmlns:p="http://schemas.openxmlformats.org/presentationml/2006/main">
  <p:tag name="KSO_WM_DIAGRAM_VIRTUALLY_FRAME" val="{&quot;height&quot;:317.55,&quot;left&quot;:451.2,&quot;top&quot;:203.05,&quot;width&quot;:633.85}"/>
</p:tagLst>
</file>

<file path=ppt/tags/tag9.xml><?xml version="1.0" encoding="utf-8"?>
<p:tagLst xmlns:p="http://schemas.openxmlformats.org/presentationml/2006/main">
  <p:tag name="KSO_WM_DIAGRAM_VIRTUALLY_FRAME" val="{&quot;height&quot;:317.55,&quot;left&quot;:451.2,&quot;top&quot;:203.05,&quot;width&quot;:633.85}"/>
</p:tagLst>
</file>

<file path=ppt/tags/tag10.xml><?xml version="1.0" encoding="utf-8"?>
<p:tagLst xmlns:p="http://schemas.openxmlformats.org/presentationml/2006/main">
  <p:tag name="KSO_WM_DIAGRAM_VIRTUALLY_FRAME" val="{&quot;height&quot;:317.55,&quot;left&quot;:451.2,&quot;top&quot;:203.05,&quot;width&quot;:633.85}"/>
</p:tagLst>
</file>

<file path=ppt/tags/tag11.xml><?xml version="1.0" encoding="utf-8"?>
<p:tagLst xmlns:p="http://schemas.openxmlformats.org/presentationml/2006/main">
  <p:tag name="KSO_WM_DIAGRAM_VIRTUALLY_FRAME" val="{&quot;height&quot;:317.55,&quot;left&quot;:451.2,&quot;top&quot;:203.05,&quot;width&quot;:633.85}"/>
</p:tagLst>
</file>

<file path=ppt/tags/tag12.xml><?xml version="1.0" encoding="utf-8"?>
<p:tagLst xmlns:p="http://schemas.openxmlformats.org/presentationml/2006/main">
  <p:tag name="KSO_WM_DIAGRAM_VIRTUALLY_FRAME" val="{&quot;height&quot;:317.55,&quot;left&quot;:451.2,&quot;top&quot;:203.05,&quot;width&quot;:633.85}"/>
</p:tagLst>
</file>

<file path=ppt/tags/tag13.xml><?xml version="1.0" encoding="utf-8"?>
<p:tagLst xmlns:p="http://schemas.openxmlformats.org/presentationml/2006/main">
  <p:tag name="KSO_WM_DIAGRAM_VIRTUALLY_FRAME" val="{&quot;height&quot;:317.55,&quot;left&quot;:451.2,&quot;top&quot;:203.05,&quot;width&quot;:633.85}"/>
</p:tagLst>
</file>

<file path=ppt/tags/tag14.xml><?xml version="1.0" encoding="utf-8"?>
<p:tagLst xmlns:p="http://schemas.openxmlformats.org/presentationml/2006/main">
  <p:tag name="KSO_WM_DIAGRAM_VIRTUALLY_FRAME" val="{&quot;height&quot;:317.55,&quot;left&quot;:451.2,&quot;top&quot;:203.05,&quot;width&quot;:633.85}"/>
</p:tagLst>
</file>

<file path=ppt/tags/tag15.xml><?xml version="1.0" encoding="utf-8"?>
<p:tagLst xmlns:p="http://schemas.openxmlformats.org/presentationml/2006/main">
  <p:tag name="KSO_WM_DIAGRAM_VIRTUALLY_FRAME" val="{&quot;height&quot;:317.55,&quot;left&quot;:451.2,&quot;top&quot;:203.05,&quot;width&quot;:633.85}"/>
</p:tagLst>
</file>

<file path=ppt/tags/tag16.xml><?xml version="1.0" encoding="utf-8"?>
<p:tagLst xmlns:p="http://schemas.openxmlformats.org/presentationml/2006/main">
  <p:tag name="KSO_WM_DIAGRAM_VIRTUALLY_FRAME" val="{&quot;height&quot;:283.496062992126,&quot;left&quot;:40.34984251968504,&quot;top&quot;:137.29062992125984,&quot;width&quot;:416.97047244094483}"/>
</p:tagLst>
</file>

<file path=ppt/tags/tag17.xml><?xml version="1.0" encoding="utf-8"?>
<p:tagLst xmlns:p="http://schemas.openxmlformats.org/presentationml/2006/main">
  <p:tag name="KSO_WM_DIAGRAM_VIRTUALLY_FRAME" val="{&quot;height&quot;:283.496062992126,&quot;left&quot;:40.34984251968504,&quot;top&quot;:137.29062992125984,&quot;width&quot;:416.97047244094483}"/>
</p:tagLst>
</file>

<file path=ppt/tags/tag18.xml><?xml version="1.0" encoding="utf-8"?>
<p:tagLst xmlns:p="http://schemas.openxmlformats.org/presentationml/2006/main">
  <p:tag name="KSO_WM_DIAGRAM_VIRTUALLY_FRAME" val="{&quot;height&quot;:283.496062992126,&quot;left&quot;:40.34984251968504,&quot;top&quot;:137.29062992125984,&quot;width&quot;:416.97047244094483}"/>
</p:tagLst>
</file>

<file path=ppt/tags/tag19.xml><?xml version="1.0" encoding="utf-8"?>
<p:tagLst xmlns:p="http://schemas.openxmlformats.org/presentationml/2006/main">
  <p:tag name="KSO_WM_DIAGRAM_VIRTUALLY_FRAME" val="{&quot;height&quot;:283.496062992126,&quot;left&quot;:40.34984251968504,&quot;top&quot;:137.29062992125984,&quot;width&quot;:416.97047244094483}"/>
</p:tagLst>
</file>

<file path=ppt/tags/tag20.xml><?xml version="1.0" encoding="utf-8"?>
<p:tagLst xmlns:p="http://schemas.openxmlformats.org/presentationml/2006/main">
  <p:tag name="KSO_WM_DIAGRAM_VIRTUALLY_FRAME" val="{&quot;height&quot;:283.496062992126,&quot;left&quot;:40.34984251968504,&quot;top&quot;:137.29062992125984,&quot;width&quot;:416.97047244094483}"/>
</p:tagLst>
</file>

<file path=ppt/tags/tag21.xml><?xml version="1.0" encoding="utf-8"?>
<p:tagLst xmlns:p="http://schemas.openxmlformats.org/presentationml/2006/main">
  <p:tag name="KSO_WM_DIAGRAM_VIRTUALLY_FRAME" val="{&quot;height&quot;:283.496062992126,&quot;left&quot;:40.34984251968504,&quot;top&quot;:137.29062992125984,&quot;width&quot;:416.97047244094483}"/>
</p:tagLst>
</file>

<file path=ppt/tags/tag22.xml><?xml version="1.0" encoding="utf-8"?>
<p:tagLst xmlns:p="http://schemas.openxmlformats.org/presentationml/2006/main">
  <p:tag name="KSO_WM_DIAGRAM_VIRTUALLY_FRAME" val="{&quot;height&quot;:283.496062992126,&quot;left&quot;:40.34984251968504,&quot;top&quot;:137.29062992125984,&quot;width&quot;:416.97047244094483}"/>
</p:tagLst>
</file>

<file path=ppt/tags/tag23.xml><?xml version="1.0" encoding="utf-8"?>
<p:tagLst xmlns:p="http://schemas.openxmlformats.org/presentationml/2006/main">
  <p:tag name="KSO_WM_DIAGRAM_VIRTUALLY_FRAME" val="{&quot;height&quot;:283.496062992126,&quot;left&quot;:40.34984251968504,&quot;top&quot;:137.29062992125984,&quot;width&quot;:416.97047244094483}"/>
</p:tagLst>
</file>

<file path=ppt/tags/tag24.xml><?xml version="1.0" encoding="utf-8"?>
<p:tagLst xmlns:p="http://schemas.openxmlformats.org/presentationml/2006/main">
  <p:tag name="KSO_WM_DIAGRAM_VIRTUALLY_FRAME" val="{&quot;height&quot;:283.496062992126,&quot;left&quot;:40.34984251968504,&quot;top&quot;:137.29062992125984,&quot;width&quot;:416.97047244094483}"/>
</p:tagLst>
</file>

<file path=ppt/tags/tag25.xml><?xml version="1.0" encoding="utf-8"?>
<p:tagLst xmlns:p="http://schemas.openxmlformats.org/presentationml/2006/main">
  <p:tag name="KSO_WM_DIAGRAM_VIRTUALLY_FRAME" val="{&quot;height&quot;:283.496062992126,&quot;left&quot;:40.34984251968504,&quot;top&quot;:137.29062992125984,&quot;width&quot;:416.97047244094483}"/>
</p:tagLst>
</file>

<file path=ppt/tags/tag26.xml><?xml version="1.0" encoding="utf-8"?>
<p:tagLst xmlns:p="http://schemas.openxmlformats.org/presentationml/2006/main">
  <p:tag name="KSO_WM_DIAGRAM_VIRTUALLY_FRAME" val="{&quot;height&quot;:283.496062992126,&quot;left&quot;:40.34984251968504,&quot;top&quot;:137.29062992125984,&quot;width&quot;:416.97047244094483}"/>
</p:tagLst>
</file>

<file path=ppt/tags/tag27.xml><?xml version="1.0" encoding="utf-8"?>
<p:tagLst xmlns:p="http://schemas.openxmlformats.org/presentationml/2006/main">
  <p:tag name="KSO_WM_DIAGRAM_VIRTUALLY_FRAME" val="{&quot;height&quot;:283.496062992126,&quot;left&quot;:40.34984251968504,&quot;top&quot;:137.29062992125984,&quot;width&quot;:416.97047244094483}"/>
</p:tagLst>
</file>

<file path=ppt/tags/tag28.xml><?xml version="1.0" encoding="utf-8"?>
<p:tagLst xmlns:p="http://schemas.openxmlformats.org/presentationml/2006/main">
  <p:tag name="TABLE_ENDDRAG_ORIGIN_RECT" val="408*309"/>
  <p:tag name="TABLE_ENDDRAG_RECT" val="43*111*408*309"/>
</p:tagLst>
</file>

<file path=ppt/tags/tag29.xml><?xml version="1.0" encoding="utf-8"?>
<p:tagLst xmlns:p="http://schemas.openxmlformats.org/presentationml/2006/main">
  <p:tag name="KSO_WM_DIAGRAM_VIRTUALLY_FRAME" val="{&quot;height&quot;:39,&quot;left&quot;:82.45,&quot;top&quot;:139.4,&quot;width&quot;:490}"/>
</p:tagLst>
</file>

<file path=ppt/tags/tag30.xml><?xml version="1.0" encoding="utf-8"?>
<p:tagLst xmlns:p="http://schemas.openxmlformats.org/presentationml/2006/main">
  <p:tag name="resource_record_key" val="{&quot;13&quot;:[4722044,20419712],&quot;29&quot;:[50000054,50000099,50000142,50052716]}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自定义 1">
      <a:majorFont>
        <a:latin typeface="微软雅黑"/>
        <a:ea typeface="微软雅黑"/>
        <a:cs typeface=""/>
      </a:majorFont>
      <a:minorFont>
        <a:latin typeface="微软雅黑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1066</Words>
  <Application>WPS 演示</Application>
  <PresentationFormat>宽屏</PresentationFormat>
  <Paragraphs>159</Paragraphs>
  <Slides>13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13</vt:i4>
      </vt:variant>
    </vt:vector>
  </HeadingPairs>
  <TitlesOfParts>
    <vt:vector size="21" baseType="lpstr">
      <vt:lpstr>Arial</vt:lpstr>
      <vt:lpstr>宋体</vt:lpstr>
      <vt:lpstr>Wingdings</vt:lpstr>
      <vt:lpstr>微软雅黑</vt:lpstr>
      <vt:lpstr>Times New Roman</vt:lpstr>
      <vt:lpstr>Arial Unicode MS</vt:lpstr>
      <vt:lpstr>Calibri</vt:lpstr>
      <vt:lpstr>WPS</vt:lpstr>
      <vt:lpstr>PowerPoint 演示文稿</vt:lpstr>
      <vt:lpstr>PowerPoint 演示文稿</vt:lpstr>
      <vt:lpstr>述职报告                                                 ——转正评定  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桃子</cp:lastModifiedBy>
  <cp:revision>11</cp:revision>
  <dcterms:created xsi:type="dcterms:W3CDTF">2023-08-09T12:44:00Z</dcterms:created>
  <dcterms:modified xsi:type="dcterms:W3CDTF">2026-08-27T07:31:54Z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F177CE46054145338632598A1832BFC7_13</vt:lpwstr>
  </property>
  <property fmtid="{D5CDD505-2E9C-101B-9397-08002B2CF9AE}" pid="3" name="KSOProductBuildVer">
    <vt:lpwstr>2052-12.1.0.28043</vt:lpwstr>
  </property>
</Properties>
</file>